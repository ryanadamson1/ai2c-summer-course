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54"/>
  </p:notesMasterIdLst>
  <p:sldIdLst>
    <p:sldId id="256" r:id="rId6"/>
    <p:sldId id="343" r:id="rId7"/>
    <p:sldId id="287" r:id="rId8"/>
    <p:sldId id="342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7" r:id="rId17"/>
    <p:sldId id="298" r:id="rId18"/>
    <p:sldId id="311" r:id="rId19"/>
    <p:sldId id="314" r:id="rId20"/>
    <p:sldId id="306" r:id="rId21"/>
    <p:sldId id="308" r:id="rId22"/>
    <p:sldId id="344" r:id="rId23"/>
    <p:sldId id="345" r:id="rId24"/>
    <p:sldId id="346" r:id="rId25"/>
    <p:sldId id="302" r:id="rId26"/>
    <p:sldId id="305" r:id="rId27"/>
    <p:sldId id="350" r:id="rId28"/>
    <p:sldId id="349" r:id="rId29"/>
    <p:sldId id="356" r:id="rId30"/>
    <p:sldId id="357" r:id="rId31"/>
    <p:sldId id="352" r:id="rId32"/>
    <p:sldId id="307" r:id="rId33"/>
    <p:sldId id="317" r:id="rId34"/>
    <p:sldId id="309" r:id="rId35"/>
    <p:sldId id="304" r:id="rId36"/>
    <p:sldId id="355" r:id="rId37"/>
    <p:sldId id="353" r:id="rId38"/>
    <p:sldId id="323" r:id="rId39"/>
    <p:sldId id="324" r:id="rId40"/>
    <p:sldId id="325" r:id="rId41"/>
    <p:sldId id="327" r:id="rId42"/>
    <p:sldId id="326" r:id="rId43"/>
    <p:sldId id="328" r:id="rId44"/>
    <p:sldId id="331" r:id="rId45"/>
    <p:sldId id="329" r:id="rId46"/>
    <p:sldId id="332" r:id="rId47"/>
    <p:sldId id="336" r:id="rId48"/>
    <p:sldId id="334" r:id="rId49"/>
    <p:sldId id="333" r:id="rId50"/>
    <p:sldId id="335" r:id="rId51"/>
    <p:sldId id="337" r:id="rId52"/>
    <p:sldId id="338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2B3A8B-E5D7-F0F2-BECC-987273141BF3}" name="Iggy Siegel" initials="IS" userId="71bb0d4fac5e3b6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04" autoAdjust="0"/>
    <p:restoredTop sz="94802"/>
  </p:normalViewPr>
  <p:slideViewPr>
    <p:cSldViewPr snapToGrid="0">
      <p:cViewPr varScale="1">
        <p:scale>
          <a:sx n="147" d="100"/>
          <a:sy n="147" d="100"/>
        </p:scale>
        <p:origin x="16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8/10/relationships/authors" Target="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41FC7F-0361-7B4B-B54E-57A6821B6077}" type="doc">
      <dgm:prSet loTypeId="urn:microsoft.com/office/officeart/2024/layout/Bulle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10CB0-0399-2E4A-A5DF-F38555D8CA48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1950 – 2000s</a:t>
          </a:r>
        </a:p>
        <a:p>
          <a:pPr>
            <a:defRPr b="1"/>
          </a:pPr>
          <a:r>
            <a:rPr lang="en-US" sz="1700" dirty="0"/>
            <a:t>Statistical NLP</a:t>
          </a:r>
        </a:p>
      </dgm:t>
    </dgm:pt>
    <dgm:pt modelId="{B1EDF1AB-83C0-A04B-BB01-CE9A9487DB16}" type="parTrans" cxnId="{1D7B4984-DE89-8A47-A735-E9B86FBB5043}">
      <dgm:prSet/>
      <dgm:spPr/>
      <dgm:t>
        <a:bodyPr/>
        <a:lstStyle/>
        <a:p>
          <a:endParaRPr lang="en-US"/>
        </a:p>
      </dgm:t>
    </dgm:pt>
    <dgm:pt modelId="{E2314087-A4A0-E046-8E51-820E88A30A93}" type="sibTrans" cxnId="{1D7B4984-DE89-8A47-A735-E9B86FBB5043}">
      <dgm:prSet/>
      <dgm:spPr/>
      <dgm:t>
        <a:bodyPr/>
        <a:lstStyle/>
        <a:p>
          <a:endParaRPr lang="en-US"/>
        </a:p>
      </dgm:t>
    </dgm:pt>
    <dgm:pt modelId="{021D81BF-E50D-1749-9B72-0B069C8B13C5}">
      <dgm:prSet phldrT="Write a description of the significance of this event" custT="1"/>
      <dgm:spPr/>
      <dgm:t>
        <a:bodyPr/>
        <a:lstStyle/>
        <a:p>
          <a:r>
            <a:rPr lang="en-US" sz="1200" dirty="0"/>
            <a:t>Language modeled using word frequencies and statistics.</a:t>
          </a:r>
        </a:p>
        <a:p>
          <a:endParaRPr lang="en-US" sz="1200" dirty="0"/>
        </a:p>
      </dgm:t>
    </dgm:pt>
    <dgm:pt modelId="{4CAD9E74-4E88-834A-B777-ECB2414CD89C}" type="parTrans" cxnId="{912E854D-4FBD-7144-B3C7-B2D39B4E2387}">
      <dgm:prSet/>
      <dgm:spPr/>
      <dgm:t>
        <a:bodyPr/>
        <a:lstStyle/>
        <a:p>
          <a:endParaRPr lang="en-US"/>
        </a:p>
      </dgm:t>
    </dgm:pt>
    <dgm:pt modelId="{C9F6CF93-7DBF-9941-A542-D474E450F4CC}" type="sibTrans" cxnId="{912E854D-4FBD-7144-B3C7-B2D39B4E2387}">
      <dgm:prSet/>
      <dgm:spPr/>
      <dgm:t>
        <a:bodyPr/>
        <a:lstStyle/>
        <a:p>
          <a:endParaRPr lang="en-US"/>
        </a:p>
      </dgm:t>
    </dgm:pt>
    <dgm:pt modelId="{D747AF86-0BA6-C442-864C-9413FB4766ED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2014 – 2016</a:t>
          </a:r>
        </a:p>
        <a:p>
          <a:pPr>
            <a:defRPr b="1"/>
          </a:pPr>
          <a:r>
            <a:rPr lang="en-US" sz="1700" dirty="0"/>
            <a:t>RNNs / LSTMs</a:t>
          </a:r>
        </a:p>
      </dgm:t>
    </dgm:pt>
    <dgm:pt modelId="{6C6A41DD-2539-ED4A-9A29-0183C2900375}" type="parTrans" cxnId="{2C975BBD-62BF-7B42-BB53-2E2568382EBE}">
      <dgm:prSet/>
      <dgm:spPr/>
      <dgm:t>
        <a:bodyPr/>
        <a:lstStyle/>
        <a:p>
          <a:endParaRPr lang="en-US"/>
        </a:p>
      </dgm:t>
    </dgm:pt>
    <dgm:pt modelId="{F26D782D-3591-0043-8B5D-547280B5A471}" type="sibTrans" cxnId="{2C975BBD-62BF-7B42-BB53-2E2568382EBE}">
      <dgm:prSet/>
      <dgm:spPr/>
      <dgm:t>
        <a:bodyPr/>
        <a:lstStyle/>
        <a:p>
          <a:endParaRPr lang="en-US"/>
        </a:p>
      </dgm:t>
    </dgm:pt>
    <dgm:pt modelId="{00FF73F6-9A30-374B-B072-8FF37CE78248}">
      <dgm:prSet phldrT="Write a description of the significance of this event" custT="1"/>
      <dgm:spPr/>
      <dgm:t>
        <a:bodyPr/>
        <a:lstStyle/>
        <a:p>
          <a:r>
            <a:rPr lang="en-US" sz="1200" dirty="0"/>
            <a:t>Recurrent neural networks process text sequentially.</a:t>
          </a:r>
        </a:p>
        <a:p>
          <a:endParaRPr lang="en-US" sz="1200" dirty="0"/>
        </a:p>
        <a:p>
          <a:r>
            <a:rPr lang="en-US" sz="1200" dirty="0"/>
            <a:t>LSTMs significantly improve language modeling tasks.</a:t>
          </a:r>
        </a:p>
      </dgm:t>
    </dgm:pt>
    <dgm:pt modelId="{69B0FE78-89C2-3B4B-9C9C-8CAE9F95D524}" type="parTrans" cxnId="{8404A89F-EED6-7340-BF82-A1C2F6165EAB}">
      <dgm:prSet/>
      <dgm:spPr/>
      <dgm:t>
        <a:bodyPr/>
        <a:lstStyle/>
        <a:p>
          <a:endParaRPr lang="en-US"/>
        </a:p>
      </dgm:t>
    </dgm:pt>
    <dgm:pt modelId="{488F1285-E69C-6945-9BC9-62C0D552E4B5}" type="sibTrans" cxnId="{8404A89F-EED6-7340-BF82-A1C2F6165EAB}">
      <dgm:prSet/>
      <dgm:spPr/>
      <dgm:t>
        <a:bodyPr/>
        <a:lstStyle/>
        <a:p>
          <a:endParaRPr lang="en-US"/>
        </a:p>
      </dgm:t>
    </dgm:pt>
    <dgm:pt modelId="{35545A14-A2CD-2E41-8D95-E101E5B29907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2017</a:t>
          </a:r>
        </a:p>
        <a:p>
          <a:pPr>
            <a:defRPr b="1"/>
          </a:pPr>
          <a:r>
            <a:rPr lang="en-US" sz="1700" dirty="0"/>
            <a:t>Transformer</a:t>
          </a:r>
        </a:p>
      </dgm:t>
    </dgm:pt>
    <dgm:pt modelId="{09B6FF7B-9FED-5045-976E-498691BBB080}" type="parTrans" cxnId="{435AFFA9-F9FC-114A-A0F4-914985526DC1}">
      <dgm:prSet/>
      <dgm:spPr/>
      <dgm:t>
        <a:bodyPr/>
        <a:lstStyle/>
        <a:p>
          <a:endParaRPr lang="en-US"/>
        </a:p>
      </dgm:t>
    </dgm:pt>
    <dgm:pt modelId="{5713FBD2-1053-5F46-BE7E-DEAF40DC3A4F}" type="sibTrans" cxnId="{435AFFA9-F9FC-114A-A0F4-914985526DC1}">
      <dgm:prSet/>
      <dgm:spPr/>
      <dgm:t>
        <a:bodyPr/>
        <a:lstStyle/>
        <a:p>
          <a:endParaRPr lang="en-US"/>
        </a:p>
      </dgm:t>
    </dgm:pt>
    <dgm:pt modelId="{D4D979F7-584E-8845-8517-7452400768EE}">
      <dgm:prSet phldrT="Write a description of the significance of this event" custT="1"/>
      <dgm:spPr/>
      <dgm:t>
        <a:bodyPr/>
        <a:lstStyle/>
        <a:p>
          <a:r>
            <a:rPr lang="en-US" sz="1200" dirty="0"/>
            <a:t>Replaced recurrence with self-attention enabling massively parallel training.</a:t>
          </a:r>
        </a:p>
      </dgm:t>
    </dgm:pt>
    <dgm:pt modelId="{FE3E4196-45D8-0D41-9935-C42D0128A1A3}" type="parTrans" cxnId="{01A80A63-9BA6-9546-B9FB-9C679130D7F5}">
      <dgm:prSet/>
      <dgm:spPr/>
      <dgm:t>
        <a:bodyPr/>
        <a:lstStyle/>
        <a:p>
          <a:endParaRPr lang="en-US"/>
        </a:p>
      </dgm:t>
    </dgm:pt>
    <dgm:pt modelId="{4B8F2978-BE01-DC4F-9636-A6B6864131FA}" type="sibTrans" cxnId="{01A80A63-9BA6-9546-B9FB-9C679130D7F5}">
      <dgm:prSet/>
      <dgm:spPr/>
      <dgm:t>
        <a:bodyPr/>
        <a:lstStyle/>
        <a:p>
          <a:endParaRPr lang="en-US"/>
        </a:p>
      </dgm:t>
    </dgm:pt>
    <dgm:pt modelId="{89F55A42-8847-6948-A1DA-59D40FB0CA27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2018</a:t>
          </a:r>
        </a:p>
        <a:p>
          <a:pPr>
            <a:defRPr b="1"/>
          </a:pPr>
          <a:r>
            <a:rPr lang="en-US" sz="1700" dirty="0" err="1"/>
            <a:t>ELMo</a:t>
          </a:r>
          <a:endParaRPr lang="en-US" sz="1700" dirty="0"/>
        </a:p>
      </dgm:t>
    </dgm:pt>
    <dgm:pt modelId="{8FDC2054-AF41-6F48-9583-62F6AC5C5204}" type="parTrans" cxnId="{5A71BF16-4F34-D640-A942-C1E3F6A1E568}">
      <dgm:prSet/>
      <dgm:spPr/>
      <dgm:t>
        <a:bodyPr/>
        <a:lstStyle/>
        <a:p>
          <a:endParaRPr lang="en-US"/>
        </a:p>
      </dgm:t>
    </dgm:pt>
    <dgm:pt modelId="{52285F3C-8B07-8440-9498-EAAECB1881F1}" type="sibTrans" cxnId="{5A71BF16-4F34-D640-A942-C1E3F6A1E568}">
      <dgm:prSet/>
      <dgm:spPr/>
      <dgm:t>
        <a:bodyPr/>
        <a:lstStyle/>
        <a:p>
          <a:endParaRPr lang="en-US"/>
        </a:p>
      </dgm:t>
    </dgm:pt>
    <dgm:pt modelId="{BE100841-D2FA-7442-AB8C-B9E6EFD3DA04}">
      <dgm:prSet phldrT="Write a description of the significance of this event" custT="1"/>
      <dgm:spPr/>
      <dgm:t>
        <a:bodyPr/>
        <a:lstStyle/>
        <a:p>
          <a:r>
            <a:rPr lang="en-US" sz="1200" dirty="0"/>
            <a:t>One of the first contextual embeddings, replacing per-word fixed embeddings.</a:t>
          </a:r>
        </a:p>
      </dgm:t>
    </dgm:pt>
    <dgm:pt modelId="{386F03B8-30A3-7C49-B143-ED264DC213C6}" type="parTrans" cxnId="{3BCD3984-7901-D842-B419-F1B8BAAAB3C6}">
      <dgm:prSet/>
      <dgm:spPr/>
      <dgm:t>
        <a:bodyPr/>
        <a:lstStyle/>
        <a:p>
          <a:endParaRPr lang="en-US"/>
        </a:p>
      </dgm:t>
    </dgm:pt>
    <dgm:pt modelId="{A233AFAD-41C5-F74D-BD67-FE83F6D1E14F}" type="sibTrans" cxnId="{3BCD3984-7901-D842-B419-F1B8BAAAB3C6}">
      <dgm:prSet/>
      <dgm:spPr/>
      <dgm:t>
        <a:bodyPr/>
        <a:lstStyle/>
        <a:p>
          <a:endParaRPr lang="en-US"/>
        </a:p>
      </dgm:t>
    </dgm:pt>
    <dgm:pt modelId="{E397D52D-1A35-FF4E-8C0B-A88A226CC11B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2018 – 2020</a:t>
          </a:r>
        </a:p>
        <a:p>
          <a:pPr>
            <a:defRPr b="1"/>
          </a:pPr>
          <a:r>
            <a:rPr lang="en-US" sz="1700" dirty="0"/>
            <a:t>BERT / GPT</a:t>
          </a:r>
        </a:p>
      </dgm:t>
    </dgm:pt>
    <dgm:pt modelId="{93F4C7D7-EF1B-5147-84C3-DD4BE3FA5EFF}" type="parTrans" cxnId="{0B4C5602-0D94-5A47-820E-A28F59C94E30}">
      <dgm:prSet/>
      <dgm:spPr/>
      <dgm:t>
        <a:bodyPr/>
        <a:lstStyle/>
        <a:p>
          <a:endParaRPr lang="en-US"/>
        </a:p>
      </dgm:t>
    </dgm:pt>
    <dgm:pt modelId="{E97AEC86-2436-B140-9F98-AB4508FC45C1}" type="sibTrans" cxnId="{0B4C5602-0D94-5A47-820E-A28F59C94E30}">
      <dgm:prSet/>
      <dgm:spPr/>
      <dgm:t>
        <a:bodyPr/>
        <a:lstStyle/>
        <a:p>
          <a:endParaRPr lang="en-US"/>
        </a:p>
      </dgm:t>
    </dgm:pt>
    <dgm:pt modelId="{00D56D78-ECEB-DF4F-8B2E-E8B424A5230A}">
      <dgm:prSet phldrT="Write a description of the significance of this event" custT="1"/>
      <dgm:spPr/>
      <dgm:t>
        <a:bodyPr/>
        <a:lstStyle/>
        <a:p>
          <a:r>
            <a:rPr lang="en-US" sz="1200" dirty="0"/>
            <a:t>Transformer-based pretraining language models, laying the foundation for modern LLMs.</a:t>
          </a:r>
        </a:p>
      </dgm:t>
    </dgm:pt>
    <dgm:pt modelId="{469D83A8-F2B5-1344-96C1-136F338FF906}" type="parTrans" cxnId="{D78D5938-E455-CF44-A9B9-AE7322235A40}">
      <dgm:prSet/>
      <dgm:spPr/>
      <dgm:t>
        <a:bodyPr/>
        <a:lstStyle/>
        <a:p>
          <a:endParaRPr lang="en-US"/>
        </a:p>
      </dgm:t>
    </dgm:pt>
    <dgm:pt modelId="{4E0E680D-A781-4848-990D-4D07D1471771}" type="sibTrans" cxnId="{D78D5938-E455-CF44-A9B9-AE7322235A40}">
      <dgm:prSet/>
      <dgm:spPr/>
      <dgm:t>
        <a:bodyPr/>
        <a:lstStyle/>
        <a:p>
          <a:endParaRPr lang="en-US"/>
        </a:p>
      </dgm:t>
    </dgm:pt>
    <dgm:pt modelId="{3529FF61-F881-6142-8811-05803EB04DB4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2013 – 2014</a:t>
          </a:r>
        </a:p>
        <a:p>
          <a:pPr>
            <a:defRPr b="1"/>
          </a:pPr>
          <a:r>
            <a:rPr lang="en-US" sz="1700" dirty="0"/>
            <a:t>Embeddings</a:t>
          </a:r>
        </a:p>
      </dgm:t>
    </dgm:pt>
    <dgm:pt modelId="{82A67B5A-83A9-F349-97FA-9175B9676B31}" type="parTrans" cxnId="{2DF29940-094D-0645-B9F1-D6836A07B723}">
      <dgm:prSet/>
      <dgm:spPr/>
      <dgm:t>
        <a:bodyPr/>
        <a:lstStyle/>
        <a:p>
          <a:endParaRPr lang="en-US"/>
        </a:p>
      </dgm:t>
    </dgm:pt>
    <dgm:pt modelId="{6C7C1697-589B-0041-B5A1-4FA294A74271}" type="sibTrans" cxnId="{2DF29940-094D-0645-B9F1-D6836A07B723}">
      <dgm:prSet/>
      <dgm:spPr/>
      <dgm:t>
        <a:bodyPr/>
        <a:lstStyle/>
        <a:p>
          <a:endParaRPr lang="en-US"/>
        </a:p>
      </dgm:t>
    </dgm:pt>
    <dgm:pt modelId="{73E86D44-A5F4-9949-92E6-397453539645}">
      <dgm:prSet phldrT="Write a description of the significance of this event" custT="1"/>
      <dgm:spPr/>
      <dgm:t>
        <a:bodyPr/>
        <a:lstStyle/>
        <a:p>
          <a:r>
            <a:rPr lang="en-US" sz="1200" dirty="0"/>
            <a:t>Word2Vec and </a:t>
          </a:r>
          <a:r>
            <a:rPr lang="en-US" sz="1200" dirty="0" err="1"/>
            <a:t>GloVe</a:t>
          </a:r>
          <a:r>
            <a:rPr lang="en-US" sz="1200" dirty="0"/>
            <a:t> produce dense vector embeddings.</a:t>
          </a:r>
        </a:p>
      </dgm:t>
    </dgm:pt>
    <dgm:pt modelId="{B0555F9D-A3F5-534E-8FAB-ED56BF2363AC}" type="parTrans" cxnId="{EFAF0B2D-590E-A041-A75E-4C4B1D1DA7D5}">
      <dgm:prSet/>
      <dgm:spPr/>
      <dgm:t>
        <a:bodyPr/>
        <a:lstStyle/>
        <a:p>
          <a:endParaRPr lang="en-US"/>
        </a:p>
      </dgm:t>
    </dgm:pt>
    <dgm:pt modelId="{8BA5B8D2-666B-E442-8073-3D7A23D46B33}" type="sibTrans" cxnId="{EFAF0B2D-590E-A041-A75E-4C4B1D1DA7D5}">
      <dgm:prSet/>
      <dgm:spPr/>
      <dgm:t>
        <a:bodyPr/>
        <a:lstStyle/>
        <a:p>
          <a:endParaRPr lang="en-US"/>
        </a:p>
      </dgm:t>
    </dgm:pt>
    <dgm:pt modelId="{80C6AA6C-B587-A943-9D60-E69F1CDBC67A}">
      <dgm:prSet phldrT="Write a description of the significance of this event" custT="1"/>
      <dgm:spPr/>
      <dgm:t>
        <a:bodyPr/>
        <a:lstStyle/>
        <a:p>
          <a:r>
            <a:rPr lang="en-US" sz="1200" dirty="0"/>
            <a:t>Methods like n-grams and TF-IDF became foundational.</a:t>
          </a:r>
        </a:p>
      </dgm:t>
    </dgm:pt>
    <dgm:pt modelId="{5DC9A444-0885-5B44-818F-940A23D7187E}" type="parTrans" cxnId="{D9386721-86FC-CD41-8B76-788D4E32817C}">
      <dgm:prSet/>
      <dgm:spPr/>
      <dgm:t>
        <a:bodyPr/>
        <a:lstStyle/>
        <a:p>
          <a:endParaRPr lang="en-US"/>
        </a:p>
      </dgm:t>
    </dgm:pt>
    <dgm:pt modelId="{6FD59312-AACC-1345-9CB7-9BC571B61511}" type="sibTrans" cxnId="{D9386721-86FC-CD41-8B76-788D4E32817C}">
      <dgm:prSet/>
      <dgm:spPr/>
      <dgm:t>
        <a:bodyPr/>
        <a:lstStyle/>
        <a:p>
          <a:endParaRPr lang="en-US"/>
        </a:p>
      </dgm:t>
    </dgm:pt>
    <dgm:pt modelId="{26439FA3-E1F1-DC44-89CC-14084599EFEC}" type="pres">
      <dgm:prSet presAssocID="{F941FC7F-0361-7B4B-B54E-57A6821B6077}" presName="root" presStyleCnt="0">
        <dgm:presLayoutVars>
          <dgm:dir/>
          <dgm:animLvl val="lvl"/>
        </dgm:presLayoutVars>
      </dgm:prSet>
      <dgm:spPr/>
    </dgm:pt>
    <dgm:pt modelId="{C677B3D4-AB79-144B-9111-9A8221EF854F}" type="pres">
      <dgm:prSet presAssocID="{F941FC7F-0361-7B4B-B54E-57A6821B6077}" presName="divider" presStyleCnt="0"/>
      <dgm:spPr/>
    </dgm:pt>
    <dgm:pt modelId="{55E2F743-3F14-7A41-9E4C-DA3B45E54688}" type="pres">
      <dgm:prSet presAssocID="{F941FC7F-0361-7B4B-B54E-57A6821B6077}" presName="rectBar" presStyleLbl="dkBgShp" presStyleIdx="0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BD5E24E-E235-C74C-A166-D8D861CA8FDC}" type="pres">
      <dgm:prSet presAssocID="{F941FC7F-0361-7B4B-B54E-57A6821B6077}" presName="chevronArrow" presStyleLbl="dkBgShp" presStyleIdx="1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EF37309-E33C-3B42-8775-4B8732106755}" type="pres">
      <dgm:prSet presAssocID="{F941FC7F-0361-7B4B-B54E-57A6821B6077}" presName="nodes" presStyleCnt="0">
        <dgm:presLayoutVars>
          <dgm:chMax/>
          <dgm:chPref/>
          <dgm:animLvl val="lvl"/>
        </dgm:presLayoutVars>
      </dgm:prSet>
      <dgm:spPr/>
    </dgm:pt>
    <dgm:pt modelId="{23BEC7D2-4ACC-0546-AB77-4C3D966BED7E}" type="pres">
      <dgm:prSet presAssocID="{16210CB0-0399-2E4A-A5DF-F38555D8CA48}" presName="composite" presStyleCnt="0"/>
      <dgm:spPr/>
    </dgm:pt>
    <dgm:pt modelId="{2454E9BE-3C23-E149-B197-B90B1F0E47F8}" type="pres">
      <dgm:prSet presAssocID="{16210CB0-0399-2E4A-A5DF-F38555D8CA48}" presName="DropPinPlaceHolder" presStyleCnt="0"/>
      <dgm:spPr/>
    </dgm:pt>
    <dgm:pt modelId="{EB2C6083-D0CC-354B-8D4E-A1766B2E943F}" type="pres">
      <dgm:prSet presAssocID="{16210CB0-0399-2E4A-A5DF-F38555D8CA48}" presName="DropPin" presStyleLbl="alignNode1" presStyleIdx="0" presStyleCnt="6"/>
      <dgm:spPr/>
    </dgm:pt>
    <dgm:pt modelId="{C3CD0ABE-A9CA-7047-A7D1-FBA32DB7BA2B}" type="pres">
      <dgm:prSet presAssocID="{16210CB0-0399-2E4A-A5DF-F38555D8CA48}" presName="Ellipse" presStyleLbl="fgAcc1" presStyleIdx="0" presStyleCnt="6"/>
      <dgm:spPr/>
    </dgm:pt>
    <dgm:pt modelId="{C8EC680A-37F8-A142-AB14-3A43FB8F8A94}" type="pres">
      <dgm:prSet presAssocID="{16210CB0-0399-2E4A-A5DF-F38555D8CA48}" presName="L2TextContainer" presStyleLbl="revTx" presStyleIdx="0" presStyleCnt="12">
        <dgm:presLayoutVars>
          <dgm:bulletEnabled val="1"/>
        </dgm:presLayoutVars>
      </dgm:prSet>
      <dgm:spPr/>
    </dgm:pt>
    <dgm:pt modelId="{15483C15-31F7-6847-8121-DD069475A32A}" type="pres">
      <dgm:prSet presAssocID="{16210CB0-0399-2E4A-A5DF-F38555D8CA48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8281F05B-5706-DA4F-8DEC-ACE842A1A022}" type="pres">
      <dgm:prSet presAssocID="{16210CB0-0399-2E4A-A5DF-F38555D8CA48}" presName="ConnectLine" presStyleLbl="dkBgShp" presStyleIdx="2" presStyleCnt="8"/>
      <dgm:spPr/>
    </dgm:pt>
    <dgm:pt modelId="{383D1462-88A5-FD4A-A67C-0C10D820E6F1}" type="pres">
      <dgm:prSet presAssocID="{16210CB0-0399-2E4A-A5DF-F38555D8CA48}" presName="ConnectorPoint" presStyleCnt="0"/>
      <dgm:spPr/>
    </dgm:pt>
    <dgm:pt modelId="{DA03FCAC-EB66-5448-81ED-CE6A33F0698E}" type="pres">
      <dgm:prSet presAssocID="{16210CB0-0399-2E4A-A5DF-F38555D8CA48}" presName="Bullet" presStyleLbl="lnNode1" presStyleIdx="0" presStyleCnt="6"/>
      <dgm:spPr/>
    </dgm:pt>
    <dgm:pt modelId="{FBE0B410-D814-2548-A43A-684741C80111}" type="pres">
      <dgm:prSet presAssocID="{16210CB0-0399-2E4A-A5DF-F38555D8CA48}" presName="EmptyPlaceHolder" presStyleCnt="0"/>
      <dgm:spPr/>
    </dgm:pt>
    <dgm:pt modelId="{ACCEDDD5-C3E1-E047-B2FE-5DEADF92C934}" type="pres">
      <dgm:prSet presAssocID="{E2314087-A4A0-E046-8E51-820E88A30A93}" presName="spaceBetweenRectangles" presStyleCnt="0"/>
      <dgm:spPr/>
    </dgm:pt>
    <dgm:pt modelId="{C6B40C8B-DF4A-B048-BA01-1CCFFADE238E}" type="pres">
      <dgm:prSet presAssocID="{3529FF61-F881-6142-8811-05803EB04DB4}" presName="composite" presStyleCnt="0"/>
      <dgm:spPr/>
    </dgm:pt>
    <dgm:pt modelId="{01C3645B-9335-2C4C-BDB1-9554812B9E49}" type="pres">
      <dgm:prSet presAssocID="{3529FF61-F881-6142-8811-05803EB04DB4}" presName="DropPinPlaceHolder" presStyleCnt="0"/>
      <dgm:spPr/>
    </dgm:pt>
    <dgm:pt modelId="{A1AEFD4A-F136-B145-BBCE-4352C1AA8748}" type="pres">
      <dgm:prSet presAssocID="{3529FF61-F881-6142-8811-05803EB04DB4}" presName="DropPin" presStyleLbl="alignNode1" presStyleIdx="1" presStyleCnt="6"/>
      <dgm:spPr/>
    </dgm:pt>
    <dgm:pt modelId="{69CBE0A4-6108-0749-A31B-4539964E85FE}" type="pres">
      <dgm:prSet presAssocID="{3529FF61-F881-6142-8811-05803EB04DB4}" presName="Ellipse" presStyleLbl="fgAcc1" presStyleIdx="1" presStyleCnt="6"/>
      <dgm:spPr/>
    </dgm:pt>
    <dgm:pt modelId="{A76B90E0-7239-AE4B-BE6B-9AF2652C4A35}" type="pres">
      <dgm:prSet presAssocID="{3529FF61-F881-6142-8811-05803EB04DB4}" presName="L2TextContainer" presStyleLbl="revTx" presStyleIdx="2" presStyleCnt="12">
        <dgm:presLayoutVars>
          <dgm:bulletEnabled val="1"/>
        </dgm:presLayoutVars>
      </dgm:prSet>
      <dgm:spPr/>
    </dgm:pt>
    <dgm:pt modelId="{59EDE8B7-26D9-8C4E-B39A-E30B14D16BDA}" type="pres">
      <dgm:prSet presAssocID="{3529FF61-F881-6142-8811-05803EB04DB4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DD12CC13-FC2C-AB42-AC7E-A58555C5C253}" type="pres">
      <dgm:prSet presAssocID="{3529FF61-F881-6142-8811-05803EB04DB4}" presName="ConnectLine" presStyleLbl="dkBgShp" presStyleIdx="3" presStyleCnt="8"/>
      <dgm:spPr/>
    </dgm:pt>
    <dgm:pt modelId="{F181A14F-D10C-D948-8DA7-6C1E5BB09974}" type="pres">
      <dgm:prSet presAssocID="{3529FF61-F881-6142-8811-05803EB04DB4}" presName="ConnectorPoint" presStyleCnt="0"/>
      <dgm:spPr/>
    </dgm:pt>
    <dgm:pt modelId="{B49CF7AF-545F-2943-AC05-B4BC3B9BA13C}" type="pres">
      <dgm:prSet presAssocID="{3529FF61-F881-6142-8811-05803EB04DB4}" presName="Bullet" presStyleLbl="lnNode1" presStyleIdx="1" presStyleCnt="6"/>
      <dgm:spPr/>
    </dgm:pt>
    <dgm:pt modelId="{B944BE83-9428-7946-AC4B-8A995C8C135C}" type="pres">
      <dgm:prSet presAssocID="{3529FF61-F881-6142-8811-05803EB04DB4}" presName="EmptyPlaceHolder" presStyleCnt="0"/>
      <dgm:spPr/>
    </dgm:pt>
    <dgm:pt modelId="{26E88100-D1AC-CF41-A71B-600A227778BE}" type="pres">
      <dgm:prSet presAssocID="{6C7C1697-589B-0041-B5A1-4FA294A74271}" presName="spaceBetweenRectangles" presStyleCnt="0"/>
      <dgm:spPr/>
    </dgm:pt>
    <dgm:pt modelId="{E0C7763D-00C2-A24F-914A-CD6EB2A20F62}" type="pres">
      <dgm:prSet presAssocID="{D747AF86-0BA6-C442-864C-9413FB4766ED}" presName="composite" presStyleCnt="0"/>
      <dgm:spPr/>
    </dgm:pt>
    <dgm:pt modelId="{0A7967C0-76E5-F34F-9977-C2C40AE46F60}" type="pres">
      <dgm:prSet presAssocID="{D747AF86-0BA6-C442-864C-9413FB4766ED}" presName="DropPinPlaceHolder" presStyleCnt="0"/>
      <dgm:spPr/>
    </dgm:pt>
    <dgm:pt modelId="{7204E851-3389-E048-A2C4-D869281096DC}" type="pres">
      <dgm:prSet presAssocID="{D747AF86-0BA6-C442-864C-9413FB4766ED}" presName="DropPin" presStyleLbl="alignNode1" presStyleIdx="2" presStyleCnt="6"/>
      <dgm:spPr/>
    </dgm:pt>
    <dgm:pt modelId="{218CB4AD-444F-A94C-AD4B-57B011DA95C3}" type="pres">
      <dgm:prSet presAssocID="{D747AF86-0BA6-C442-864C-9413FB4766ED}" presName="Ellipse" presStyleLbl="fgAcc1" presStyleIdx="2" presStyleCnt="6"/>
      <dgm:spPr/>
    </dgm:pt>
    <dgm:pt modelId="{7C3C547F-7C32-224C-B102-0032A2D5D955}" type="pres">
      <dgm:prSet presAssocID="{D747AF86-0BA6-C442-864C-9413FB4766ED}" presName="L2TextContainer" presStyleLbl="revTx" presStyleIdx="4" presStyleCnt="12">
        <dgm:presLayoutVars>
          <dgm:bulletEnabled val="1"/>
        </dgm:presLayoutVars>
      </dgm:prSet>
      <dgm:spPr/>
    </dgm:pt>
    <dgm:pt modelId="{6593EC17-D378-0A46-859C-0AA5E8922861}" type="pres">
      <dgm:prSet presAssocID="{D747AF86-0BA6-C442-864C-9413FB4766ED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0D6B7F7D-B436-4F44-AB42-5DCA06F5535B}" type="pres">
      <dgm:prSet presAssocID="{D747AF86-0BA6-C442-864C-9413FB4766ED}" presName="ConnectLine" presStyleLbl="dkBgShp" presStyleIdx="4" presStyleCnt="8"/>
      <dgm:spPr/>
    </dgm:pt>
    <dgm:pt modelId="{FC4151B6-8138-724B-91D0-F0E07DD35A2B}" type="pres">
      <dgm:prSet presAssocID="{D747AF86-0BA6-C442-864C-9413FB4766ED}" presName="ConnectorPoint" presStyleCnt="0"/>
      <dgm:spPr/>
    </dgm:pt>
    <dgm:pt modelId="{D0E430BC-2EC8-EB48-A5AD-EABE5D2ACE66}" type="pres">
      <dgm:prSet presAssocID="{D747AF86-0BA6-C442-864C-9413FB4766ED}" presName="Bullet" presStyleLbl="lnNode1" presStyleIdx="2" presStyleCnt="6"/>
      <dgm:spPr/>
    </dgm:pt>
    <dgm:pt modelId="{D3D384D5-88BF-AF42-BA63-04DDB73A62B6}" type="pres">
      <dgm:prSet presAssocID="{D747AF86-0BA6-C442-864C-9413FB4766ED}" presName="EmptyPlaceHolder" presStyleCnt="0"/>
      <dgm:spPr/>
    </dgm:pt>
    <dgm:pt modelId="{C5261078-08CC-4F4A-9EEF-28D86AFCE2CC}" type="pres">
      <dgm:prSet presAssocID="{F26D782D-3591-0043-8B5D-547280B5A471}" presName="spaceBetweenRectangles" presStyleCnt="0"/>
      <dgm:spPr/>
    </dgm:pt>
    <dgm:pt modelId="{9C876B76-B89D-354A-861A-05DA8F02C04C}" type="pres">
      <dgm:prSet presAssocID="{35545A14-A2CD-2E41-8D95-E101E5B29907}" presName="composite" presStyleCnt="0"/>
      <dgm:spPr/>
    </dgm:pt>
    <dgm:pt modelId="{ED975AA9-83A1-CA46-98F7-CD28C1C6BAB4}" type="pres">
      <dgm:prSet presAssocID="{35545A14-A2CD-2E41-8D95-E101E5B29907}" presName="DropPinPlaceHolder" presStyleCnt="0"/>
      <dgm:spPr/>
    </dgm:pt>
    <dgm:pt modelId="{B9D8D348-A0CC-FD44-AB8F-3ADE117FB7DE}" type="pres">
      <dgm:prSet presAssocID="{35545A14-A2CD-2E41-8D95-E101E5B29907}" presName="DropPin" presStyleLbl="alignNode1" presStyleIdx="3" presStyleCnt="6"/>
      <dgm:spPr/>
    </dgm:pt>
    <dgm:pt modelId="{23E3835A-076E-EB47-944C-0D283860600D}" type="pres">
      <dgm:prSet presAssocID="{35545A14-A2CD-2E41-8D95-E101E5B29907}" presName="Ellipse" presStyleLbl="fgAcc1" presStyleIdx="3" presStyleCnt="6"/>
      <dgm:spPr/>
    </dgm:pt>
    <dgm:pt modelId="{B0CCD9AD-089B-7441-B40D-3A3A3F6F506A}" type="pres">
      <dgm:prSet presAssocID="{35545A14-A2CD-2E41-8D95-E101E5B29907}" presName="L2TextContainer" presStyleLbl="revTx" presStyleIdx="6" presStyleCnt="12">
        <dgm:presLayoutVars>
          <dgm:bulletEnabled val="1"/>
        </dgm:presLayoutVars>
      </dgm:prSet>
      <dgm:spPr/>
    </dgm:pt>
    <dgm:pt modelId="{A1E30F83-B149-8441-8312-849465C1A583}" type="pres">
      <dgm:prSet presAssocID="{35545A14-A2CD-2E41-8D95-E101E5B29907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8EFF8F95-AE79-E246-A133-A0CC143799B0}" type="pres">
      <dgm:prSet presAssocID="{35545A14-A2CD-2E41-8D95-E101E5B29907}" presName="ConnectLine" presStyleLbl="dkBgShp" presStyleIdx="5" presStyleCnt="8"/>
      <dgm:spPr/>
    </dgm:pt>
    <dgm:pt modelId="{9C65B63A-CE98-B14A-8849-7F1AB949695C}" type="pres">
      <dgm:prSet presAssocID="{35545A14-A2CD-2E41-8D95-E101E5B29907}" presName="ConnectorPoint" presStyleCnt="0"/>
      <dgm:spPr/>
    </dgm:pt>
    <dgm:pt modelId="{7074933E-3C3B-9A4F-90A2-F8C833931689}" type="pres">
      <dgm:prSet presAssocID="{35545A14-A2CD-2E41-8D95-E101E5B29907}" presName="Bullet" presStyleLbl="lnNode1" presStyleIdx="3" presStyleCnt="6"/>
      <dgm:spPr/>
    </dgm:pt>
    <dgm:pt modelId="{76BD10EF-B874-FC4D-89D7-E2B97F063F24}" type="pres">
      <dgm:prSet presAssocID="{35545A14-A2CD-2E41-8D95-E101E5B29907}" presName="EmptyPlaceHolder" presStyleCnt="0"/>
      <dgm:spPr/>
    </dgm:pt>
    <dgm:pt modelId="{3F684248-A237-F445-BB68-8FF35518BFFB}" type="pres">
      <dgm:prSet presAssocID="{5713FBD2-1053-5F46-BE7E-DEAF40DC3A4F}" presName="spaceBetweenRectangles" presStyleCnt="0"/>
      <dgm:spPr/>
    </dgm:pt>
    <dgm:pt modelId="{D241D22A-6193-9145-9F27-52E0DAECC50B}" type="pres">
      <dgm:prSet presAssocID="{89F55A42-8847-6948-A1DA-59D40FB0CA27}" presName="composite" presStyleCnt="0"/>
      <dgm:spPr/>
    </dgm:pt>
    <dgm:pt modelId="{36397C13-B7B0-714F-87F7-8F99DCD00EDB}" type="pres">
      <dgm:prSet presAssocID="{89F55A42-8847-6948-A1DA-59D40FB0CA27}" presName="DropPinPlaceHolder" presStyleCnt="0"/>
      <dgm:spPr/>
    </dgm:pt>
    <dgm:pt modelId="{1D3CB062-4B5E-C94B-B973-49BC49B6812E}" type="pres">
      <dgm:prSet presAssocID="{89F55A42-8847-6948-A1DA-59D40FB0CA27}" presName="DropPin" presStyleLbl="alignNode1" presStyleIdx="4" presStyleCnt="6"/>
      <dgm:spPr/>
    </dgm:pt>
    <dgm:pt modelId="{BEB8B445-4A5D-964D-9656-2FEB26E5BF2F}" type="pres">
      <dgm:prSet presAssocID="{89F55A42-8847-6948-A1DA-59D40FB0CA27}" presName="Ellipse" presStyleLbl="fgAcc1" presStyleIdx="4" presStyleCnt="6"/>
      <dgm:spPr/>
    </dgm:pt>
    <dgm:pt modelId="{1FFACADC-F4B0-4B47-8BA3-F5A7DA855A8F}" type="pres">
      <dgm:prSet presAssocID="{89F55A42-8847-6948-A1DA-59D40FB0CA27}" presName="L2TextContainer" presStyleLbl="revTx" presStyleIdx="8" presStyleCnt="12">
        <dgm:presLayoutVars>
          <dgm:bulletEnabled val="1"/>
        </dgm:presLayoutVars>
      </dgm:prSet>
      <dgm:spPr/>
    </dgm:pt>
    <dgm:pt modelId="{2371374B-E366-A74E-AD72-7CD06F2426A2}" type="pres">
      <dgm:prSet presAssocID="{89F55A42-8847-6948-A1DA-59D40FB0CA27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5EDEAB5F-55A2-D445-BB38-30311647B2E1}" type="pres">
      <dgm:prSet presAssocID="{89F55A42-8847-6948-A1DA-59D40FB0CA27}" presName="ConnectLine" presStyleLbl="dkBgShp" presStyleIdx="6" presStyleCnt="8"/>
      <dgm:spPr/>
    </dgm:pt>
    <dgm:pt modelId="{678432DF-DA8D-8B4B-9A18-A75EBDA1905B}" type="pres">
      <dgm:prSet presAssocID="{89F55A42-8847-6948-A1DA-59D40FB0CA27}" presName="ConnectorPoint" presStyleCnt="0"/>
      <dgm:spPr/>
    </dgm:pt>
    <dgm:pt modelId="{52E982ED-BD4A-D74F-9DED-18447564159F}" type="pres">
      <dgm:prSet presAssocID="{89F55A42-8847-6948-A1DA-59D40FB0CA27}" presName="Bullet" presStyleLbl="lnNode1" presStyleIdx="4" presStyleCnt="6"/>
      <dgm:spPr/>
    </dgm:pt>
    <dgm:pt modelId="{4D44D470-5A4F-744B-BACF-36107129F248}" type="pres">
      <dgm:prSet presAssocID="{89F55A42-8847-6948-A1DA-59D40FB0CA27}" presName="EmptyPlaceHolder" presStyleCnt="0"/>
      <dgm:spPr/>
    </dgm:pt>
    <dgm:pt modelId="{516C1406-6701-004E-8FAF-17A5DF652588}" type="pres">
      <dgm:prSet presAssocID="{52285F3C-8B07-8440-9498-EAAECB1881F1}" presName="spaceBetweenRectangles" presStyleCnt="0"/>
      <dgm:spPr/>
    </dgm:pt>
    <dgm:pt modelId="{0199D3CD-F275-8545-8834-65E8CF3EA0BE}" type="pres">
      <dgm:prSet presAssocID="{E397D52D-1A35-FF4E-8C0B-A88A226CC11B}" presName="composite" presStyleCnt="0"/>
      <dgm:spPr/>
    </dgm:pt>
    <dgm:pt modelId="{239D8D3C-50AD-0044-AB48-159B98CFE9C3}" type="pres">
      <dgm:prSet presAssocID="{E397D52D-1A35-FF4E-8C0B-A88A226CC11B}" presName="DropPinPlaceHolder" presStyleCnt="0"/>
      <dgm:spPr/>
    </dgm:pt>
    <dgm:pt modelId="{E312EBE8-EBA9-BD4A-98EE-A5C68E841C02}" type="pres">
      <dgm:prSet presAssocID="{E397D52D-1A35-FF4E-8C0B-A88A226CC11B}" presName="DropPin" presStyleLbl="alignNode1" presStyleIdx="5" presStyleCnt="6"/>
      <dgm:spPr/>
    </dgm:pt>
    <dgm:pt modelId="{F272D087-E571-E249-A2DE-82455187CB7C}" type="pres">
      <dgm:prSet presAssocID="{E397D52D-1A35-FF4E-8C0B-A88A226CC11B}" presName="Ellipse" presStyleLbl="fgAcc1" presStyleIdx="5" presStyleCnt="6"/>
      <dgm:spPr/>
    </dgm:pt>
    <dgm:pt modelId="{46211D05-FAF2-F545-8DC7-4F53C3487F6A}" type="pres">
      <dgm:prSet presAssocID="{E397D52D-1A35-FF4E-8C0B-A88A226CC11B}" presName="L2TextContainer" presStyleLbl="revTx" presStyleIdx="10" presStyleCnt="12">
        <dgm:presLayoutVars>
          <dgm:bulletEnabled val="1"/>
        </dgm:presLayoutVars>
      </dgm:prSet>
      <dgm:spPr/>
    </dgm:pt>
    <dgm:pt modelId="{C0107291-5638-7D48-8A50-194A478E2BEA}" type="pres">
      <dgm:prSet presAssocID="{E397D52D-1A35-FF4E-8C0B-A88A226CC11B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AEE39DC2-DBBF-BE44-A256-4853EA8343E3}" type="pres">
      <dgm:prSet presAssocID="{E397D52D-1A35-FF4E-8C0B-A88A226CC11B}" presName="ConnectLine" presStyleLbl="dkBgShp" presStyleIdx="7" presStyleCnt="8"/>
      <dgm:spPr/>
    </dgm:pt>
    <dgm:pt modelId="{752824BD-41F7-FB4E-AE1F-15FA75419AFC}" type="pres">
      <dgm:prSet presAssocID="{E397D52D-1A35-FF4E-8C0B-A88A226CC11B}" presName="ConnectorPoint" presStyleCnt="0"/>
      <dgm:spPr/>
    </dgm:pt>
    <dgm:pt modelId="{6CFCC769-4EED-7E4A-89BD-9618D5700013}" type="pres">
      <dgm:prSet presAssocID="{E397D52D-1A35-FF4E-8C0B-A88A226CC11B}" presName="Bullet" presStyleLbl="lnNode1" presStyleIdx="5" presStyleCnt="6"/>
      <dgm:spPr/>
    </dgm:pt>
    <dgm:pt modelId="{E8A8B981-4084-AD42-AC76-5AAED0F25564}" type="pres">
      <dgm:prSet presAssocID="{E397D52D-1A35-FF4E-8C0B-A88A226CC11B}" presName="EmptyPlaceHolder" presStyleCnt="0"/>
      <dgm:spPr/>
    </dgm:pt>
  </dgm:ptLst>
  <dgm:cxnLst>
    <dgm:cxn modelId="{0B4C5602-0D94-5A47-820E-A28F59C94E30}" srcId="{F941FC7F-0361-7B4B-B54E-57A6821B6077}" destId="{E397D52D-1A35-FF4E-8C0B-A88A226CC11B}" srcOrd="5" destOrd="0" parTransId="{93F4C7D7-EF1B-5147-84C3-DD4BE3FA5EFF}" sibTransId="{E97AEC86-2436-B140-9F98-AB4508FC45C1}"/>
    <dgm:cxn modelId="{5A71BF16-4F34-D640-A942-C1E3F6A1E568}" srcId="{F941FC7F-0361-7B4B-B54E-57A6821B6077}" destId="{89F55A42-8847-6948-A1DA-59D40FB0CA27}" srcOrd="4" destOrd="0" parTransId="{8FDC2054-AF41-6F48-9583-62F6AC5C5204}" sibTransId="{52285F3C-8B07-8440-9498-EAAECB1881F1}"/>
    <dgm:cxn modelId="{D9386721-86FC-CD41-8B76-788D4E32817C}" srcId="{16210CB0-0399-2E4A-A5DF-F38555D8CA48}" destId="{80C6AA6C-B587-A943-9D60-E69F1CDBC67A}" srcOrd="1" destOrd="0" parTransId="{5DC9A444-0885-5B44-818F-940A23D7187E}" sibTransId="{6FD59312-AACC-1345-9CB7-9BC571B61511}"/>
    <dgm:cxn modelId="{EFAF0B2D-590E-A041-A75E-4C4B1D1DA7D5}" srcId="{3529FF61-F881-6142-8811-05803EB04DB4}" destId="{73E86D44-A5F4-9949-92E6-397453539645}" srcOrd="0" destOrd="0" parTransId="{B0555F9D-A3F5-534E-8FAB-ED56BF2363AC}" sibTransId="{8BA5B8D2-666B-E442-8073-3D7A23D46B33}"/>
    <dgm:cxn modelId="{91A59231-1BB4-534B-84AA-A3D4D22CDD06}" type="presOf" srcId="{73E86D44-A5F4-9949-92E6-397453539645}" destId="{A76B90E0-7239-AE4B-BE6B-9AF2652C4A35}" srcOrd="0" destOrd="0" presId="urn:microsoft.com/office/officeart/2024/layout/BulletTimeline"/>
    <dgm:cxn modelId="{D78D5938-E455-CF44-A9B9-AE7322235A40}" srcId="{E397D52D-1A35-FF4E-8C0B-A88A226CC11B}" destId="{00D56D78-ECEB-DF4F-8B2E-E8B424A5230A}" srcOrd="0" destOrd="0" parTransId="{469D83A8-F2B5-1344-96C1-136F338FF906}" sibTransId="{4E0E680D-A781-4848-990D-4D07D1471771}"/>
    <dgm:cxn modelId="{D5E0E93C-94A5-AA45-BEB4-320DC7BA84F3}" type="presOf" srcId="{BE100841-D2FA-7442-AB8C-B9E6EFD3DA04}" destId="{1FFACADC-F4B0-4B47-8BA3-F5A7DA855A8F}" srcOrd="0" destOrd="0" presId="urn:microsoft.com/office/officeart/2024/layout/BulletTimeline"/>
    <dgm:cxn modelId="{2DF29940-094D-0645-B9F1-D6836A07B723}" srcId="{F941FC7F-0361-7B4B-B54E-57A6821B6077}" destId="{3529FF61-F881-6142-8811-05803EB04DB4}" srcOrd="1" destOrd="0" parTransId="{82A67B5A-83A9-F349-97FA-9175B9676B31}" sibTransId="{6C7C1697-589B-0041-B5A1-4FA294A74271}"/>
    <dgm:cxn modelId="{9332124A-B535-164F-B08F-EA3625514149}" type="presOf" srcId="{D4D979F7-584E-8845-8517-7452400768EE}" destId="{B0CCD9AD-089B-7441-B40D-3A3A3F6F506A}" srcOrd="0" destOrd="0" presId="urn:microsoft.com/office/officeart/2024/layout/BulletTimeline"/>
    <dgm:cxn modelId="{912E854D-4FBD-7144-B3C7-B2D39B4E2387}" srcId="{16210CB0-0399-2E4A-A5DF-F38555D8CA48}" destId="{021D81BF-E50D-1749-9B72-0B069C8B13C5}" srcOrd="0" destOrd="0" parTransId="{4CAD9E74-4E88-834A-B777-ECB2414CD89C}" sibTransId="{C9F6CF93-7DBF-9941-A542-D474E450F4CC}"/>
    <dgm:cxn modelId="{241A3D4E-FE82-B647-86C9-918DC11F3F13}" type="presOf" srcId="{E397D52D-1A35-FF4E-8C0B-A88A226CC11B}" destId="{C0107291-5638-7D48-8A50-194A478E2BEA}" srcOrd="0" destOrd="0" presId="urn:microsoft.com/office/officeart/2024/layout/BulletTimeline"/>
    <dgm:cxn modelId="{53A7C94F-2A3A-D743-9DED-6F5AE0944EC3}" type="presOf" srcId="{00D56D78-ECEB-DF4F-8B2E-E8B424A5230A}" destId="{46211D05-FAF2-F545-8DC7-4F53C3487F6A}" srcOrd="0" destOrd="0" presId="urn:microsoft.com/office/officeart/2024/layout/BulletTimeline"/>
    <dgm:cxn modelId="{28919254-68A4-484D-ADD6-DCD9894EE1B4}" type="presOf" srcId="{F941FC7F-0361-7B4B-B54E-57A6821B6077}" destId="{26439FA3-E1F1-DC44-89CC-14084599EFEC}" srcOrd="0" destOrd="0" presId="urn:microsoft.com/office/officeart/2024/layout/BulletTimeline"/>
    <dgm:cxn modelId="{DB4DAA5A-808F-4F45-AB3E-19D984B3FBB9}" type="presOf" srcId="{D747AF86-0BA6-C442-864C-9413FB4766ED}" destId="{6593EC17-D378-0A46-859C-0AA5E8922861}" srcOrd="0" destOrd="0" presId="urn:microsoft.com/office/officeart/2024/layout/BulletTimeline"/>
    <dgm:cxn modelId="{01A80A63-9BA6-9546-B9FB-9C679130D7F5}" srcId="{35545A14-A2CD-2E41-8D95-E101E5B29907}" destId="{D4D979F7-584E-8845-8517-7452400768EE}" srcOrd="0" destOrd="0" parTransId="{FE3E4196-45D8-0D41-9935-C42D0128A1A3}" sibTransId="{4B8F2978-BE01-DC4F-9636-A6B6864131FA}"/>
    <dgm:cxn modelId="{3BCD3984-7901-D842-B419-F1B8BAAAB3C6}" srcId="{89F55A42-8847-6948-A1DA-59D40FB0CA27}" destId="{BE100841-D2FA-7442-AB8C-B9E6EFD3DA04}" srcOrd="0" destOrd="0" parTransId="{386F03B8-30A3-7C49-B143-ED264DC213C6}" sibTransId="{A233AFAD-41C5-F74D-BD67-FE83F6D1E14F}"/>
    <dgm:cxn modelId="{1D7B4984-DE89-8A47-A735-E9B86FBB5043}" srcId="{F941FC7F-0361-7B4B-B54E-57A6821B6077}" destId="{16210CB0-0399-2E4A-A5DF-F38555D8CA48}" srcOrd="0" destOrd="0" parTransId="{B1EDF1AB-83C0-A04B-BB01-CE9A9487DB16}" sibTransId="{E2314087-A4A0-E046-8E51-820E88A30A93}"/>
    <dgm:cxn modelId="{8404A89F-EED6-7340-BF82-A1C2F6165EAB}" srcId="{D747AF86-0BA6-C442-864C-9413FB4766ED}" destId="{00FF73F6-9A30-374B-B072-8FF37CE78248}" srcOrd="0" destOrd="0" parTransId="{69B0FE78-89C2-3B4B-9C9C-8CAE9F95D524}" sibTransId="{488F1285-E69C-6945-9BC9-62C0D552E4B5}"/>
    <dgm:cxn modelId="{435AFFA9-F9FC-114A-A0F4-914985526DC1}" srcId="{F941FC7F-0361-7B4B-B54E-57A6821B6077}" destId="{35545A14-A2CD-2E41-8D95-E101E5B29907}" srcOrd="3" destOrd="0" parTransId="{09B6FF7B-9FED-5045-976E-498691BBB080}" sibTransId="{5713FBD2-1053-5F46-BE7E-DEAF40DC3A4F}"/>
    <dgm:cxn modelId="{30F9CEB1-22CC-6541-9181-3C0E1EEEB092}" type="presOf" srcId="{89F55A42-8847-6948-A1DA-59D40FB0CA27}" destId="{2371374B-E366-A74E-AD72-7CD06F2426A2}" srcOrd="0" destOrd="0" presId="urn:microsoft.com/office/officeart/2024/layout/BulletTimeline"/>
    <dgm:cxn modelId="{5076FEB3-F2A4-CC4C-B23F-E678A01BD238}" type="presOf" srcId="{80C6AA6C-B587-A943-9D60-E69F1CDBC67A}" destId="{C8EC680A-37F8-A142-AB14-3A43FB8F8A94}" srcOrd="0" destOrd="1" presId="urn:microsoft.com/office/officeart/2024/layout/BulletTimeline"/>
    <dgm:cxn modelId="{2C975BBD-62BF-7B42-BB53-2E2568382EBE}" srcId="{F941FC7F-0361-7B4B-B54E-57A6821B6077}" destId="{D747AF86-0BA6-C442-864C-9413FB4766ED}" srcOrd="2" destOrd="0" parTransId="{6C6A41DD-2539-ED4A-9A29-0183C2900375}" sibTransId="{F26D782D-3591-0043-8B5D-547280B5A471}"/>
    <dgm:cxn modelId="{ADC2C1BF-66CD-2348-B7DF-06EC464EE716}" type="presOf" srcId="{00FF73F6-9A30-374B-B072-8FF37CE78248}" destId="{7C3C547F-7C32-224C-B102-0032A2D5D955}" srcOrd="0" destOrd="0" presId="urn:microsoft.com/office/officeart/2024/layout/BulletTimeline"/>
    <dgm:cxn modelId="{DDF83ECD-268E-5340-8D11-61C6A0E09D78}" type="presOf" srcId="{021D81BF-E50D-1749-9B72-0B069C8B13C5}" destId="{C8EC680A-37F8-A142-AB14-3A43FB8F8A94}" srcOrd="0" destOrd="0" presId="urn:microsoft.com/office/officeart/2024/layout/BulletTimeline"/>
    <dgm:cxn modelId="{E997D8D0-D920-EB4E-A5AC-28F110E0CEDD}" type="presOf" srcId="{35545A14-A2CD-2E41-8D95-E101E5B29907}" destId="{A1E30F83-B149-8441-8312-849465C1A583}" srcOrd="0" destOrd="0" presId="urn:microsoft.com/office/officeart/2024/layout/BulletTimeline"/>
    <dgm:cxn modelId="{92EAF8F5-411D-9849-80CC-90466B061ABF}" type="presOf" srcId="{3529FF61-F881-6142-8811-05803EB04DB4}" destId="{59EDE8B7-26D9-8C4E-B39A-E30B14D16BDA}" srcOrd="0" destOrd="0" presId="urn:microsoft.com/office/officeart/2024/layout/BulletTimeline"/>
    <dgm:cxn modelId="{E44987FB-7D53-5347-B778-6333FC8D6E4C}" type="presOf" srcId="{16210CB0-0399-2E4A-A5DF-F38555D8CA48}" destId="{15483C15-31F7-6847-8121-DD069475A32A}" srcOrd="0" destOrd="0" presId="urn:microsoft.com/office/officeart/2024/layout/BulletTimeline"/>
    <dgm:cxn modelId="{DC9A5A66-5A17-2546-A302-09FA8B686FEB}" type="presParOf" srcId="{26439FA3-E1F1-DC44-89CC-14084599EFEC}" destId="{C677B3D4-AB79-144B-9111-9A8221EF854F}" srcOrd="0" destOrd="0" presId="urn:microsoft.com/office/officeart/2024/layout/BulletTimeline"/>
    <dgm:cxn modelId="{F30790A2-7F8A-CB48-91CA-D685767D9BFE}" type="presParOf" srcId="{C677B3D4-AB79-144B-9111-9A8221EF854F}" destId="{55E2F743-3F14-7A41-9E4C-DA3B45E54688}" srcOrd="0" destOrd="0" presId="urn:microsoft.com/office/officeart/2024/layout/BulletTimeline"/>
    <dgm:cxn modelId="{26C6D1BA-73DD-754D-8251-60DC762805CC}" type="presParOf" srcId="{C677B3D4-AB79-144B-9111-9A8221EF854F}" destId="{5BD5E24E-E235-C74C-A166-D8D861CA8FDC}" srcOrd="1" destOrd="0" presId="urn:microsoft.com/office/officeart/2024/layout/BulletTimeline"/>
    <dgm:cxn modelId="{4735A18D-8AC1-0E4A-81C2-B0E89401B204}" type="presParOf" srcId="{26439FA3-E1F1-DC44-89CC-14084599EFEC}" destId="{5EF37309-E33C-3B42-8775-4B8732106755}" srcOrd="1" destOrd="0" presId="urn:microsoft.com/office/officeart/2024/layout/BulletTimeline"/>
    <dgm:cxn modelId="{0E501CDC-7D53-FB48-BD65-66DDA1701C53}" type="presParOf" srcId="{5EF37309-E33C-3B42-8775-4B8732106755}" destId="{23BEC7D2-4ACC-0546-AB77-4C3D966BED7E}" srcOrd="0" destOrd="0" presId="urn:microsoft.com/office/officeart/2024/layout/BulletTimeline"/>
    <dgm:cxn modelId="{71B7DD3C-D23F-E949-9249-342089111CF3}" type="presParOf" srcId="{23BEC7D2-4ACC-0546-AB77-4C3D966BED7E}" destId="{2454E9BE-3C23-E149-B197-B90B1F0E47F8}" srcOrd="0" destOrd="0" presId="urn:microsoft.com/office/officeart/2024/layout/BulletTimeline"/>
    <dgm:cxn modelId="{96D88E53-C5E8-E14C-8B72-BF70587E4EB4}" type="presParOf" srcId="{2454E9BE-3C23-E149-B197-B90B1F0E47F8}" destId="{EB2C6083-D0CC-354B-8D4E-A1766B2E943F}" srcOrd="0" destOrd="0" presId="urn:microsoft.com/office/officeart/2024/layout/BulletTimeline"/>
    <dgm:cxn modelId="{BA80CF1E-B03F-8745-A181-F6B03EB1C744}" type="presParOf" srcId="{2454E9BE-3C23-E149-B197-B90B1F0E47F8}" destId="{C3CD0ABE-A9CA-7047-A7D1-FBA32DB7BA2B}" srcOrd="1" destOrd="0" presId="urn:microsoft.com/office/officeart/2024/layout/BulletTimeline"/>
    <dgm:cxn modelId="{41103DD4-D567-5440-914F-5C7FDBB2B310}" type="presParOf" srcId="{23BEC7D2-4ACC-0546-AB77-4C3D966BED7E}" destId="{C8EC680A-37F8-A142-AB14-3A43FB8F8A94}" srcOrd="1" destOrd="0" presId="urn:microsoft.com/office/officeart/2024/layout/BulletTimeline"/>
    <dgm:cxn modelId="{A62E92C4-BBA7-894E-AC13-2A142E4A9556}" type="presParOf" srcId="{23BEC7D2-4ACC-0546-AB77-4C3D966BED7E}" destId="{15483C15-31F7-6847-8121-DD069475A32A}" srcOrd="2" destOrd="0" presId="urn:microsoft.com/office/officeart/2024/layout/BulletTimeline"/>
    <dgm:cxn modelId="{B223B5E0-D62F-F747-A3BC-7FB4ED42F42C}" type="presParOf" srcId="{23BEC7D2-4ACC-0546-AB77-4C3D966BED7E}" destId="{8281F05B-5706-DA4F-8DEC-ACE842A1A022}" srcOrd="3" destOrd="0" presId="urn:microsoft.com/office/officeart/2024/layout/BulletTimeline"/>
    <dgm:cxn modelId="{804C3824-F9AB-ED49-9B45-59984F141C5C}" type="presParOf" srcId="{23BEC7D2-4ACC-0546-AB77-4C3D966BED7E}" destId="{383D1462-88A5-FD4A-A67C-0C10D820E6F1}" srcOrd="4" destOrd="0" presId="urn:microsoft.com/office/officeart/2024/layout/BulletTimeline"/>
    <dgm:cxn modelId="{771A2C4F-4CC1-0D40-8F99-09A5A330F995}" type="presParOf" srcId="{383D1462-88A5-FD4A-A67C-0C10D820E6F1}" destId="{DA03FCAC-EB66-5448-81ED-CE6A33F0698E}" srcOrd="0" destOrd="0" presId="urn:microsoft.com/office/officeart/2024/layout/BulletTimeline"/>
    <dgm:cxn modelId="{71A68EC6-02DE-9244-BBA3-8DB71AE4F82F}" type="presParOf" srcId="{23BEC7D2-4ACC-0546-AB77-4C3D966BED7E}" destId="{FBE0B410-D814-2548-A43A-684741C80111}" srcOrd="5" destOrd="0" presId="urn:microsoft.com/office/officeart/2024/layout/BulletTimeline"/>
    <dgm:cxn modelId="{EB6617E3-281B-064A-AA1D-38CE3EB0E4FF}" type="presParOf" srcId="{5EF37309-E33C-3B42-8775-4B8732106755}" destId="{ACCEDDD5-C3E1-E047-B2FE-5DEADF92C934}" srcOrd="1" destOrd="0" presId="urn:microsoft.com/office/officeart/2024/layout/BulletTimeline"/>
    <dgm:cxn modelId="{5D70FF62-500A-904E-896B-685304C6194B}" type="presParOf" srcId="{5EF37309-E33C-3B42-8775-4B8732106755}" destId="{C6B40C8B-DF4A-B048-BA01-1CCFFADE238E}" srcOrd="2" destOrd="0" presId="urn:microsoft.com/office/officeart/2024/layout/BulletTimeline"/>
    <dgm:cxn modelId="{A10D62A6-ED4D-7C4C-B09C-969732F48B4A}" type="presParOf" srcId="{C6B40C8B-DF4A-B048-BA01-1CCFFADE238E}" destId="{01C3645B-9335-2C4C-BDB1-9554812B9E49}" srcOrd="0" destOrd="0" presId="urn:microsoft.com/office/officeart/2024/layout/BulletTimeline"/>
    <dgm:cxn modelId="{CE4464D2-44CB-0746-97CE-4171129AA73E}" type="presParOf" srcId="{01C3645B-9335-2C4C-BDB1-9554812B9E49}" destId="{A1AEFD4A-F136-B145-BBCE-4352C1AA8748}" srcOrd="0" destOrd="0" presId="urn:microsoft.com/office/officeart/2024/layout/BulletTimeline"/>
    <dgm:cxn modelId="{E1F3748F-AF5B-C944-A11C-088166EF82BD}" type="presParOf" srcId="{01C3645B-9335-2C4C-BDB1-9554812B9E49}" destId="{69CBE0A4-6108-0749-A31B-4539964E85FE}" srcOrd="1" destOrd="0" presId="urn:microsoft.com/office/officeart/2024/layout/BulletTimeline"/>
    <dgm:cxn modelId="{2CDAD5A4-9098-B248-AA62-FA5FE70552C6}" type="presParOf" srcId="{C6B40C8B-DF4A-B048-BA01-1CCFFADE238E}" destId="{A76B90E0-7239-AE4B-BE6B-9AF2652C4A35}" srcOrd="1" destOrd="0" presId="urn:microsoft.com/office/officeart/2024/layout/BulletTimeline"/>
    <dgm:cxn modelId="{8AB25459-06B2-B248-B314-BBAB8224CD60}" type="presParOf" srcId="{C6B40C8B-DF4A-B048-BA01-1CCFFADE238E}" destId="{59EDE8B7-26D9-8C4E-B39A-E30B14D16BDA}" srcOrd="2" destOrd="0" presId="urn:microsoft.com/office/officeart/2024/layout/BulletTimeline"/>
    <dgm:cxn modelId="{193C3580-69CE-E044-98B9-6CD7A63DF8A5}" type="presParOf" srcId="{C6B40C8B-DF4A-B048-BA01-1CCFFADE238E}" destId="{DD12CC13-FC2C-AB42-AC7E-A58555C5C253}" srcOrd="3" destOrd="0" presId="urn:microsoft.com/office/officeart/2024/layout/BulletTimeline"/>
    <dgm:cxn modelId="{A0499C70-E90B-A042-AEC8-CBDD49286538}" type="presParOf" srcId="{C6B40C8B-DF4A-B048-BA01-1CCFFADE238E}" destId="{F181A14F-D10C-D948-8DA7-6C1E5BB09974}" srcOrd="4" destOrd="0" presId="urn:microsoft.com/office/officeart/2024/layout/BulletTimeline"/>
    <dgm:cxn modelId="{4B9954BD-E01F-0747-A68D-35381728ED7F}" type="presParOf" srcId="{F181A14F-D10C-D948-8DA7-6C1E5BB09974}" destId="{B49CF7AF-545F-2943-AC05-B4BC3B9BA13C}" srcOrd="0" destOrd="0" presId="urn:microsoft.com/office/officeart/2024/layout/BulletTimeline"/>
    <dgm:cxn modelId="{5F67C83E-3B9F-DD43-9F16-9266EF3594CE}" type="presParOf" srcId="{C6B40C8B-DF4A-B048-BA01-1CCFFADE238E}" destId="{B944BE83-9428-7946-AC4B-8A995C8C135C}" srcOrd="5" destOrd="0" presId="urn:microsoft.com/office/officeart/2024/layout/BulletTimeline"/>
    <dgm:cxn modelId="{C033DE62-754A-A14C-8771-5E2F401061B0}" type="presParOf" srcId="{5EF37309-E33C-3B42-8775-4B8732106755}" destId="{26E88100-D1AC-CF41-A71B-600A227778BE}" srcOrd="3" destOrd="0" presId="urn:microsoft.com/office/officeart/2024/layout/BulletTimeline"/>
    <dgm:cxn modelId="{D9CC6625-560D-234A-B859-B39792613756}" type="presParOf" srcId="{5EF37309-E33C-3B42-8775-4B8732106755}" destId="{E0C7763D-00C2-A24F-914A-CD6EB2A20F62}" srcOrd="4" destOrd="0" presId="urn:microsoft.com/office/officeart/2024/layout/BulletTimeline"/>
    <dgm:cxn modelId="{C683C5E3-B1B9-F449-85C5-B111FB886B0F}" type="presParOf" srcId="{E0C7763D-00C2-A24F-914A-CD6EB2A20F62}" destId="{0A7967C0-76E5-F34F-9977-C2C40AE46F60}" srcOrd="0" destOrd="0" presId="urn:microsoft.com/office/officeart/2024/layout/BulletTimeline"/>
    <dgm:cxn modelId="{5C8287EB-AC8E-3D4B-A5C6-DD669AF45CF1}" type="presParOf" srcId="{0A7967C0-76E5-F34F-9977-C2C40AE46F60}" destId="{7204E851-3389-E048-A2C4-D869281096DC}" srcOrd="0" destOrd="0" presId="urn:microsoft.com/office/officeart/2024/layout/BulletTimeline"/>
    <dgm:cxn modelId="{605BA808-BC25-874F-B52A-9EEFE5B384C2}" type="presParOf" srcId="{0A7967C0-76E5-F34F-9977-C2C40AE46F60}" destId="{218CB4AD-444F-A94C-AD4B-57B011DA95C3}" srcOrd="1" destOrd="0" presId="urn:microsoft.com/office/officeart/2024/layout/BulletTimeline"/>
    <dgm:cxn modelId="{778487C9-37AC-764F-92F4-0C018A22FB1A}" type="presParOf" srcId="{E0C7763D-00C2-A24F-914A-CD6EB2A20F62}" destId="{7C3C547F-7C32-224C-B102-0032A2D5D955}" srcOrd="1" destOrd="0" presId="urn:microsoft.com/office/officeart/2024/layout/BulletTimeline"/>
    <dgm:cxn modelId="{F1279087-A74B-E04A-8C9C-A21048FAB9B1}" type="presParOf" srcId="{E0C7763D-00C2-A24F-914A-CD6EB2A20F62}" destId="{6593EC17-D378-0A46-859C-0AA5E8922861}" srcOrd="2" destOrd="0" presId="urn:microsoft.com/office/officeart/2024/layout/BulletTimeline"/>
    <dgm:cxn modelId="{44A95B1C-A7B2-AC48-9A03-8E8C2A054570}" type="presParOf" srcId="{E0C7763D-00C2-A24F-914A-CD6EB2A20F62}" destId="{0D6B7F7D-B436-4F44-AB42-5DCA06F5535B}" srcOrd="3" destOrd="0" presId="urn:microsoft.com/office/officeart/2024/layout/BulletTimeline"/>
    <dgm:cxn modelId="{14FB1615-1CD7-6B47-BC50-88A203C011CE}" type="presParOf" srcId="{E0C7763D-00C2-A24F-914A-CD6EB2A20F62}" destId="{FC4151B6-8138-724B-91D0-F0E07DD35A2B}" srcOrd="4" destOrd="0" presId="urn:microsoft.com/office/officeart/2024/layout/BulletTimeline"/>
    <dgm:cxn modelId="{B79DE3AA-385F-DB4E-BCD3-B94911BDE31A}" type="presParOf" srcId="{FC4151B6-8138-724B-91D0-F0E07DD35A2B}" destId="{D0E430BC-2EC8-EB48-A5AD-EABE5D2ACE66}" srcOrd="0" destOrd="0" presId="urn:microsoft.com/office/officeart/2024/layout/BulletTimeline"/>
    <dgm:cxn modelId="{EAD7592A-08C7-A54A-BD8A-575D24D7C4B1}" type="presParOf" srcId="{E0C7763D-00C2-A24F-914A-CD6EB2A20F62}" destId="{D3D384D5-88BF-AF42-BA63-04DDB73A62B6}" srcOrd="5" destOrd="0" presId="urn:microsoft.com/office/officeart/2024/layout/BulletTimeline"/>
    <dgm:cxn modelId="{BA30E04D-B081-D746-A416-581A80113919}" type="presParOf" srcId="{5EF37309-E33C-3B42-8775-4B8732106755}" destId="{C5261078-08CC-4F4A-9EEF-28D86AFCE2CC}" srcOrd="5" destOrd="0" presId="urn:microsoft.com/office/officeart/2024/layout/BulletTimeline"/>
    <dgm:cxn modelId="{6B6EEF6D-8ED5-2F45-9BA5-672E42F8794D}" type="presParOf" srcId="{5EF37309-E33C-3B42-8775-4B8732106755}" destId="{9C876B76-B89D-354A-861A-05DA8F02C04C}" srcOrd="6" destOrd="0" presId="urn:microsoft.com/office/officeart/2024/layout/BulletTimeline"/>
    <dgm:cxn modelId="{4C2A0826-5E1B-B042-9E11-093D10C32050}" type="presParOf" srcId="{9C876B76-B89D-354A-861A-05DA8F02C04C}" destId="{ED975AA9-83A1-CA46-98F7-CD28C1C6BAB4}" srcOrd="0" destOrd="0" presId="urn:microsoft.com/office/officeart/2024/layout/BulletTimeline"/>
    <dgm:cxn modelId="{B9E225F5-FA0B-B94A-9F1F-F3BB6981A88D}" type="presParOf" srcId="{ED975AA9-83A1-CA46-98F7-CD28C1C6BAB4}" destId="{B9D8D348-A0CC-FD44-AB8F-3ADE117FB7DE}" srcOrd="0" destOrd="0" presId="urn:microsoft.com/office/officeart/2024/layout/BulletTimeline"/>
    <dgm:cxn modelId="{BF3C71A6-5838-C74F-8067-AE8DBE78912A}" type="presParOf" srcId="{ED975AA9-83A1-CA46-98F7-CD28C1C6BAB4}" destId="{23E3835A-076E-EB47-944C-0D283860600D}" srcOrd="1" destOrd="0" presId="urn:microsoft.com/office/officeart/2024/layout/BulletTimeline"/>
    <dgm:cxn modelId="{844BA49C-EA5C-A34A-81B9-FFE49AACD1D8}" type="presParOf" srcId="{9C876B76-B89D-354A-861A-05DA8F02C04C}" destId="{B0CCD9AD-089B-7441-B40D-3A3A3F6F506A}" srcOrd="1" destOrd="0" presId="urn:microsoft.com/office/officeart/2024/layout/BulletTimeline"/>
    <dgm:cxn modelId="{7E11003B-D85A-134A-A8FB-7595E955B031}" type="presParOf" srcId="{9C876B76-B89D-354A-861A-05DA8F02C04C}" destId="{A1E30F83-B149-8441-8312-849465C1A583}" srcOrd="2" destOrd="0" presId="urn:microsoft.com/office/officeart/2024/layout/BulletTimeline"/>
    <dgm:cxn modelId="{6883153D-9407-334E-83B8-B441C2B115BB}" type="presParOf" srcId="{9C876B76-B89D-354A-861A-05DA8F02C04C}" destId="{8EFF8F95-AE79-E246-A133-A0CC143799B0}" srcOrd="3" destOrd="0" presId="urn:microsoft.com/office/officeart/2024/layout/BulletTimeline"/>
    <dgm:cxn modelId="{BBCFDED3-7309-DA41-B3C4-C176AFC6778B}" type="presParOf" srcId="{9C876B76-B89D-354A-861A-05DA8F02C04C}" destId="{9C65B63A-CE98-B14A-8849-7F1AB949695C}" srcOrd="4" destOrd="0" presId="urn:microsoft.com/office/officeart/2024/layout/BulletTimeline"/>
    <dgm:cxn modelId="{29F1D98E-1021-AE4C-A1A7-5598FDB534C8}" type="presParOf" srcId="{9C65B63A-CE98-B14A-8849-7F1AB949695C}" destId="{7074933E-3C3B-9A4F-90A2-F8C833931689}" srcOrd="0" destOrd="0" presId="urn:microsoft.com/office/officeart/2024/layout/BulletTimeline"/>
    <dgm:cxn modelId="{EFE4B1EE-852B-B14F-AE19-1DF2672CA792}" type="presParOf" srcId="{9C876B76-B89D-354A-861A-05DA8F02C04C}" destId="{76BD10EF-B874-FC4D-89D7-E2B97F063F24}" srcOrd="5" destOrd="0" presId="urn:microsoft.com/office/officeart/2024/layout/BulletTimeline"/>
    <dgm:cxn modelId="{CCDDB639-61BF-0E41-8755-C3853F0B215A}" type="presParOf" srcId="{5EF37309-E33C-3B42-8775-4B8732106755}" destId="{3F684248-A237-F445-BB68-8FF35518BFFB}" srcOrd="7" destOrd="0" presId="urn:microsoft.com/office/officeart/2024/layout/BulletTimeline"/>
    <dgm:cxn modelId="{4A02EF61-A216-654B-8880-AFFFC996BB16}" type="presParOf" srcId="{5EF37309-E33C-3B42-8775-4B8732106755}" destId="{D241D22A-6193-9145-9F27-52E0DAECC50B}" srcOrd="8" destOrd="0" presId="urn:microsoft.com/office/officeart/2024/layout/BulletTimeline"/>
    <dgm:cxn modelId="{B1DCF74E-552B-D74A-A682-02215B612A62}" type="presParOf" srcId="{D241D22A-6193-9145-9F27-52E0DAECC50B}" destId="{36397C13-B7B0-714F-87F7-8F99DCD00EDB}" srcOrd="0" destOrd="0" presId="urn:microsoft.com/office/officeart/2024/layout/BulletTimeline"/>
    <dgm:cxn modelId="{21EBDB25-DC58-774D-81A2-35F1E9AF2EFF}" type="presParOf" srcId="{36397C13-B7B0-714F-87F7-8F99DCD00EDB}" destId="{1D3CB062-4B5E-C94B-B973-49BC49B6812E}" srcOrd="0" destOrd="0" presId="urn:microsoft.com/office/officeart/2024/layout/BulletTimeline"/>
    <dgm:cxn modelId="{1C9EFC2F-6D02-B54F-8F20-4896B7103B7B}" type="presParOf" srcId="{36397C13-B7B0-714F-87F7-8F99DCD00EDB}" destId="{BEB8B445-4A5D-964D-9656-2FEB26E5BF2F}" srcOrd="1" destOrd="0" presId="urn:microsoft.com/office/officeart/2024/layout/BulletTimeline"/>
    <dgm:cxn modelId="{8A8E206A-F131-0743-AD4C-E3F9C023B406}" type="presParOf" srcId="{D241D22A-6193-9145-9F27-52E0DAECC50B}" destId="{1FFACADC-F4B0-4B47-8BA3-F5A7DA855A8F}" srcOrd="1" destOrd="0" presId="urn:microsoft.com/office/officeart/2024/layout/BulletTimeline"/>
    <dgm:cxn modelId="{0E3D96D7-8784-8741-AD3C-3CEECCB38232}" type="presParOf" srcId="{D241D22A-6193-9145-9F27-52E0DAECC50B}" destId="{2371374B-E366-A74E-AD72-7CD06F2426A2}" srcOrd="2" destOrd="0" presId="urn:microsoft.com/office/officeart/2024/layout/BulletTimeline"/>
    <dgm:cxn modelId="{32D154BF-5E46-4846-8EB7-AD59EA03225D}" type="presParOf" srcId="{D241D22A-6193-9145-9F27-52E0DAECC50B}" destId="{5EDEAB5F-55A2-D445-BB38-30311647B2E1}" srcOrd="3" destOrd="0" presId="urn:microsoft.com/office/officeart/2024/layout/BulletTimeline"/>
    <dgm:cxn modelId="{AB0BB918-EBFB-DA4B-877E-8DE6676089E6}" type="presParOf" srcId="{D241D22A-6193-9145-9F27-52E0DAECC50B}" destId="{678432DF-DA8D-8B4B-9A18-A75EBDA1905B}" srcOrd="4" destOrd="0" presId="urn:microsoft.com/office/officeart/2024/layout/BulletTimeline"/>
    <dgm:cxn modelId="{E83EF7CB-40FF-C24D-B49A-ADE8B61D9865}" type="presParOf" srcId="{678432DF-DA8D-8B4B-9A18-A75EBDA1905B}" destId="{52E982ED-BD4A-D74F-9DED-18447564159F}" srcOrd="0" destOrd="0" presId="urn:microsoft.com/office/officeart/2024/layout/BulletTimeline"/>
    <dgm:cxn modelId="{D4242654-D43D-DD45-9BED-B9BB005DAA28}" type="presParOf" srcId="{D241D22A-6193-9145-9F27-52E0DAECC50B}" destId="{4D44D470-5A4F-744B-BACF-36107129F248}" srcOrd="5" destOrd="0" presId="urn:microsoft.com/office/officeart/2024/layout/BulletTimeline"/>
    <dgm:cxn modelId="{1956D3F8-128C-994A-9C33-3C71E0EFA340}" type="presParOf" srcId="{5EF37309-E33C-3B42-8775-4B8732106755}" destId="{516C1406-6701-004E-8FAF-17A5DF652588}" srcOrd="9" destOrd="0" presId="urn:microsoft.com/office/officeart/2024/layout/BulletTimeline"/>
    <dgm:cxn modelId="{D539C5BA-A4F3-624E-894E-DA78368E2BF4}" type="presParOf" srcId="{5EF37309-E33C-3B42-8775-4B8732106755}" destId="{0199D3CD-F275-8545-8834-65E8CF3EA0BE}" srcOrd="10" destOrd="0" presId="urn:microsoft.com/office/officeart/2024/layout/BulletTimeline"/>
    <dgm:cxn modelId="{403EA319-490F-C64B-B6C8-F4FC6BD5BEE4}" type="presParOf" srcId="{0199D3CD-F275-8545-8834-65E8CF3EA0BE}" destId="{239D8D3C-50AD-0044-AB48-159B98CFE9C3}" srcOrd="0" destOrd="0" presId="urn:microsoft.com/office/officeart/2024/layout/BulletTimeline"/>
    <dgm:cxn modelId="{C8174079-41CB-0B47-9168-9D887DC2CFB5}" type="presParOf" srcId="{239D8D3C-50AD-0044-AB48-159B98CFE9C3}" destId="{E312EBE8-EBA9-BD4A-98EE-A5C68E841C02}" srcOrd="0" destOrd="0" presId="urn:microsoft.com/office/officeart/2024/layout/BulletTimeline"/>
    <dgm:cxn modelId="{BCAB9084-7976-6244-A1E7-B22F36AB0C54}" type="presParOf" srcId="{239D8D3C-50AD-0044-AB48-159B98CFE9C3}" destId="{F272D087-E571-E249-A2DE-82455187CB7C}" srcOrd="1" destOrd="0" presId="urn:microsoft.com/office/officeart/2024/layout/BulletTimeline"/>
    <dgm:cxn modelId="{BFFFA2F1-CC5B-7F46-BA0C-DFE1AA5DAE4D}" type="presParOf" srcId="{0199D3CD-F275-8545-8834-65E8CF3EA0BE}" destId="{46211D05-FAF2-F545-8DC7-4F53C3487F6A}" srcOrd="1" destOrd="0" presId="urn:microsoft.com/office/officeart/2024/layout/BulletTimeline"/>
    <dgm:cxn modelId="{B4AFD2CD-61DF-BA4A-80C0-AC729CF0030B}" type="presParOf" srcId="{0199D3CD-F275-8545-8834-65E8CF3EA0BE}" destId="{C0107291-5638-7D48-8A50-194A478E2BEA}" srcOrd="2" destOrd="0" presId="urn:microsoft.com/office/officeart/2024/layout/BulletTimeline"/>
    <dgm:cxn modelId="{7D3A8AB9-2164-C84A-8425-FE144D0BB207}" type="presParOf" srcId="{0199D3CD-F275-8545-8834-65E8CF3EA0BE}" destId="{AEE39DC2-DBBF-BE44-A256-4853EA8343E3}" srcOrd="3" destOrd="0" presId="urn:microsoft.com/office/officeart/2024/layout/BulletTimeline"/>
    <dgm:cxn modelId="{A281EB19-F424-894E-8B3F-A1ED953F27CC}" type="presParOf" srcId="{0199D3CD-F275-8545-8834-65E8CF3EA0BE}" destId="{752824BD-41F7-FB4E-AE1F-15FA75419AFC}" srcOrd="4" destOrd="0" presId="urn:microsoft.com/office/officeart/2024/layout/BulletTimeline"/>
    <dgm:cxn modelId="{A7E833E9-C9D4-DA43-B31A-30BDCABE225E}" type="presParOf" srcId="{752824BD-41F7-FB4E-AE1F-15FA75419AFC}" destId="{6CFCC769-4EED-7E4A-89BD-9618D5700013}" srcOrd="0" destOrd="0" presId="urn:microsoft.com/office/officeart/2024/layout/BulletTimeline"/>
    <dgm:cxn modelId="{B7ECB281-22F7-0D49-ABF3-E28D5A7A71A7}" type="presParOf" srcId="{0199D3CD-F275-8545-8834-65E8CF3EA0BE}" destId="{E8A8B981-4084-AD42-AC76-5AAED0F25564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41FC7F-0361-7B4B-B54E-57A6821B6077}" type="doc">
      <dgm:prSet loTypeId="urn:microsoft.com/office/officeart/2024/layout/Bulle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10CB0-0399-2E4A-A5DF-F38555D8CA48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1998</a:t>
          </a:r>
        </a:p>
        <a:p>
          <a:pPr>
            <a:defRPr b="1"/>
          </a:pPr>
          <a:r>
            <a:rPr lang="en-US" sz="1700" dirty="0"/>
            <a:t>LeNet</a:t>
          </a:r>
        </a:p>
      </dgm:t>
    </dgm:pt>
    <dgm:pt modelId="{B1EDF1AB-83C0-A04B-BB01-CE9A9487DB16}" type="parTrans" cxnId="{1D7B4984-DE89-8A47-A735-E9B86FBB5043}">
      <dgm:prSet/>
      <dgm:spPr/>
      <dgm:t>
        <a:bodyPr/>
        <a:lstStyle/>
        <a:p>
          <a:endParaRPr lang="en-US"/>
        </a:p>
      </dgm:t>
    </dgm:pt>
    <dgm:pt modelId="{E2314087-A4A0-E046-8E51-820E88A30A93}" type="sibTrans" cxnId="{1D7B4984-DE89-8A47-A735-E9B86FBB5043}">
      <dgm:prSet/>
      <dgm:spPr/>
      <dgm:t>
        <a:bodyPr/>
        <a:lstStyle/>
        <a:p>
          <a:endParaRPr lang="en-US"/>
        </a:p>
      </dgm:t>
    </dgm:pt>
    <dgm:pt modelId="{021D81BF-E50D-1749-9B72-0B069C8B13C5}">
      <dgm:prSet phldrT="Write a description of the significance of this event" custT="1"/>
      <dgm:spPr/>
      <dgm:t>
        <a:bodyPr/>
        <a:lstStyle/>
        <a:p>
          <a:r>
            <a:rPr lang="en-US" sz="1200" dirty="0"/>
            <a:t>LeCun describes a modern CNN architecture.</a:t>
          </a:r>
        </a:p>
      </dgm:t>
    </dgm:pt>
    <dgm:pt modelId="{4CAD9E74-4E88-834A-B777-ECB2414CD89C}" type="parTrans" cxnId="{912E854D-4FBD-7144-B3C7-B2D39B4E2387}">
      <dgm:prSet/>
      <dgm:spPr/>
      <dgm:t>
        <a:bodyPr/>
        <a:lstStyle/>
        <a:p>
          <a:endParaRPr lang="en-US"/>
        </a:p>
      </dgm:t>
    </dgm:pt>
    <dgm:pt modelId="{C9F6CF93-7DBF-9941-A542-D474E450F4CC}" type="sibTrans" cxnId="{912E854D-4FBD-7144-B3C7-B2D39B4E2387}">
      <dgm:prSet/>
      <dgm:spPr/>
      <dgm:t>
        <a:bodyPr/>
        <a:lstStyle/>
        <a:p>
          <a:endParaRPr lang="en-US"/>
        </a:p>
      </dgm:t>
    </dgm:pt>
    <dgm:pt modelId="{D747AF86-0BA6-C442-864C-9413FB4766ED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2014</a:t>
          </a:r>
        </a:p>
        <a:p>
          <a:pPr>
            <a:defRPr b="1"/>
          </a:pPr>
          <a:r>
            <a:rPr lang="en-US" sz="1700" dirty="0"/>
            <a:t>VGG</a:t>
          </a:r>
        </a:p>
      </dgm:t>
    </dgm:pt>
    <dgm:pt modelId="{6C6A41DD-2539-ED4A-9A29-0183C2900375}" type="parTrans" cxnId="{2C975BBD-62BF-7B42-BB53-2E2568382EBE}">
      <dgm:prSet/>
      <dgm:spPr/>
      <dgm:t>
        <a:bodyPr/>
        <a:lstStyle/>
        <a:p>
          <a:endParaRPr lang="en-US"/>
        </a:p>
      </dgm:t>
    </dgm:pt>
    <dgm:pt modelId="{F26D782D-3591-0043-8B5D-547280B5A471}" type="sibTrans" cxnId="{2C975BBD-62BF-7B42-BB53-2E2568382EBE}">
      <dgm:prSet/>
      <dgm:spPr/>
      <dgm:t>
        <a:bodyPr/>
        <a:lstStyle/>
        <a:p>
          <a:endParaRPr lang="en-US"/>
        </a:p>
      </dgm:t>
    </dgm:pt>
    <dgm:pt modelId="{00FF73F6-9A30-374B-B072-8FF37CE78248}">
      <dgm:prSet phldrT="Write a description of the significance of this event" custT="1"/>
      <dgm:spPr/>
      <dgm:t>
        <a:bodyPr/>
        <a:lstStyle/>
        <a:p>
          <a:r>
            <a:rPr lang="en-US" sz="1200" dirty="0"/>
            <a:t>Showed deep networks with simple convolutions improve performance.</a:t>
          </a:r>
        </a:p>
      </dgm:t>
    </dgm:pt>
    <dgm:pt modelId="{69B0FE78-89C2-3B4B-9C9C-8CAE9F95D524}" type="parTrans" cxnId="{8404A89F-EED6-7340-BF82-A1C2F6165EAB}">
      <dgm:prSet/>
      <dgm:spPr/>
      <dgm:t>
        <a:bodyPr/>
        <a:lstStyle/>
        <a:p>
          <a:endParaRPr lang="en-US"/>
        </a:p>
      </dgm:t>
    </dgm:pt>
    <dgm:pt modelId="{488F1285-E69C-6945-9BC9-62C0D552E4B5}" type="sibTrans" cxnId="{8404A89F-EED6-7340-BF82-A1C2F6165EAB}">
      <dgm:prSet/>
      <dgm:spPr/>
      <dgm:t>
        <a:bodyPr/>
        <a:lstStyle/>
        <a:p>
          <a:endParaRPr lang="en-US"/>
        </a:p>
      </dgm:t>
    </dgm:pt>
    <dgm:pt modelId="{35545A14-A2CD-2E41-8D95-E101E5B29907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2015</a:t>
          </a:r>
        </a:p>
        <a:p>
          <a:pPr>
            <a:defRPr b="1"/>
          </a:pPr>
          <a:r>
            <a:rPr lang="en-US" sz="1700" dirty="0" err="1"/>
            <a:t>ResNet</a:t>
          </a:r>
          <a:endParaRPr lang="en-US" sz="1700" dirty="0"/>
        </a:p>
      </dgm:t>
    </dgm:pt>
    <dgm:pt modelId="{09B6FF7B-9FED-5045-976E-498691BBB080}" type="parTrans" cxnId="{435AFFA9-F9FC-114A-A0F4-914985526DC1}">
      <dgm:prSet/>
      <dgm:spPr/>
      <dgm:t>
        <a:bodyPr/>
        <a:lstStyle/>
        <a:p>
          <a:endParaRPr lang="en-US"/>
        </a:p>
      </dgm:t>
    </dgm:pt>
    <dgm:pt modelId="{5713FBD2-1053-5F46-BE7E-DEAF40DC3A4F}" type="sibTrans" cxnId="{435AFFA9-F9FC-114A-A0F4-914985526DC1}">
      <dgm:prSet/>
      <dgm:spPr/>
      <dgm:t>
        <a:bodyPr/>
        <a:lstStyle/>
        <a:p>
          <a:endParaRPr lang="en-US"/>
        </a:p>
      </dgm:t>
    </dgm:pt>
    <dgm:pt modelId="{D4D979F7-584E-8845-8517-7452400768EE}">
      <dgm:prSet phldrT="Write a description of the significance of this event" custT="1"/>
      <dgm:spPr/>
      <dgm:t>
        <a:bodyPr/>
        <a:lstStyle/>
        <a:p>
          <a:r>
            <a:rPr lang="en-US" sz="1200" dirty="0"/>
            <a:t>Introduced residual (skip) connections, enabling extremely deep networks.</a:t>
          </a:r>
        </a:p>
      </dgm:t>
    </dgm:pt>
    <dgm:pt modelId="{FE3E4196-45D8-0D41-9935-C42D0128A1A3}" type="parTrans" cxnId="{01A80A63-9BA6-9546-B9FB-9C679130D7F5}">
      <dgm:prSet/>
      <dgm:spPr/>
      <dgm:t>
        <a:bodyPr/>
        <a:lstStyle/>
        <a:p>
          <a:endParaRPr lang="en-US"/>
        </a:p>
      </dgm:t>
    </dgm:pt>
    <dgm:pt modelId="{4B8F2978-BE01-DC4F-9636-A6B6864131FA}" type="sibTrans" cxnId="{01A80A63-9BA6-9546-B9FB-9C679130D7F5}">
      <dgm:prSet/>
      <dgm:spPr/>
      <dgm:t>
        <a:bodyPr/>
        <a:lstStyle/>
        <a:p>
          <a:endParaRPr lang="en-US"/>
        </a:p>
      </dgm:t>
    </dgm:pt>
    <dgm:pt modelId="{89F55A42-8847-6948-A1DA-59D40FB0CA27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2019</a:t>
          </a:r>
        </a:p>
        <a:p>
          <a:pPr>
            <a:defRPr b="1"/>
          </a:pPr>
          <a:r>
            <a:rPr lang="en-US" sz="1700" dirty="0" err="1"/>
            <a:t>EfficientNet</a:t>
          </a:r>
          <a:endParaRPr lang="en-US" sz="1700" dirty="0"/>
        </a:p>
      </dgm:t>
    </dgm:pt>
    <dgm:pt modelId="{8FDC2054-AF41-6F48-9583-62F6AC5C5204}" type="parTrans" cxnId="{5A71BF16-4F34-D640-A942-C1E3F6A1E568}">
      <dgm:prSet/>
      <dgm:spPr/>
      <dgm:t>
        <a:bodyPr/>
        <a:lstStyle/>
        <a:p>
          <a:endParaRPr lang="en-US"/>
        </a:p>
      </dgm:t>
    </dgm:pt>
    <dgm:pt modelId="{52285F3C-8B07-8440-9498-EAAECB1881F1}" type="sibTrans" cxnId="{5A71BF16-4F34-D640-A942-C1E3F6A1E568}">
      <dgm:prSet/>
      <dgm:spPr/>
      <dgm:t>
        <a:bodyPr/>
        <a:lstStyle/>
        <a:p>
          <a:endParaRPr lang="en-US"/>
        </a:p>
      </dgm:t>
    </dgm:pt>
    <dgm:pt modelId="{BE100841-D2FA-7442-AB8C-B9E6EFD3DA04}">
      <dgm:prSet phldrT="Write a description of the significance of this event" custT="1"/>
      <dgm:spPr/>
      <dgm:t>
        <a:bodyPr/>
        <a:lstStyle/>
        <a:p>
          <a:r>
            <a:rPr lang="en-US" sz="1200" dirty="0"/>
            <a:t>Compound scaling method of network width, depth, and resolution.</a:t>
          </a:r>
        </a:p>
      </dgm:t>
    </dgm:pt>
    <dgm:pt modelId="{386F03B8-30A3-7C49-B143-ED264DC213C6}" type="parTrans" cxnId="{3BCD3984-7901-D842-B419-F1B8BAAAB3C6}">
      <dgm:prSet/>
      <dgm:spPr/>
      <dgm:t>
        <a:bodyPr/>
        <a:lstStyle/>
        <a:p>
          <a:endParaRPr lang="en-US"/>
        </a:p>
      </dgm:t>
    </dgm:pt>
    <dgm:pt modelId="{A233AFAD-41C5-F74D-BD67-FE83F6D1E14F}" type="sibTrans" cxnId="{3BCD3984-7901-D842-B419-F1B8BAAAB3C6}">
      <dgm:prSet/>
      <dgm:spPr/>
      <dgm:t>
        <a:bodyPr/>
        <a:lstStyle/>
        <a:p>
          <a:endParaRPr lang="en-US"/>
        </a:p>
      </dgm:t>
    </dgm:pt>
    <dgm:pt modelId="{E397D52D-1A35-FF4E-8C0B-A88A226CC11B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2020</a:t>
          </a:r>
        </a:p>
        <a:p>
          <a:pPr>
            <a:defRPr b="1"/>
          </a:pPr>
          <a:r>
            <a:rPr lang="en-US" sz="1700" dirty="0" err="1"/>
            <a:t>ViT</a:t>
          </a:r>
          <a:endParaRPr lang="en-US" sz="1700" dirty="0"/>
        </a:p>
      </dgm:t>
    </dgm:pt>
    <dgm:pt modelId="{93F4C7D7-EF1B-5147-84C3-DD4BE3FA5EFF}" type="parTrans" cxnId="{0B4C5602-0D94-5A47-820E-A28F59C94E30}">
      <dgm:prSet/>
      <dgm:spPr/>
      <dgm:t>
        <a:bodyPr/>
        <a:lstStyle/>
        <a:p>
          <a:endParaRPr lang="en-US"/>
        </a:p>
      </dgm:t>
    </dgm:pt>
    <dgm:pt modelId="{E97AEC86-2436-B140-9F98-AB4508FC45C1}" type="sibTrans" cxnId="{0B4C5602-0D94-5A47-820E-A28F59C94E30}">
      <dgm:prSet/>
      <dgm:spPr/>
      <dgm:t>
        <a:bodyPr/>
        <a:lstStyle/>
        <a:p>
          <a:endParaRPr lang="en-US"/>
        </a:p>
      </dgm:t>
    </dgm:pt>
    <dgm:pt modelId="{00D56D78-ECEB-DF4F-8B2E-E8B424A5230A}">
      <dgm:prSet phldrT="Write a description of the significance of this event" custT="1"/>
      <dgm:spPr/>
      <dgm:t>
        <a:bodyPr/>
        <a:lstStyle/>
        <a:p>
          <a:r>
            <a:rPr lang="en-US" sz="1200" dirty="0"/>
            <a:t>Applied the transformer architecture from NLP directly to images.</a:t>
          </a:r>
        </a:p>
      </dgm:t>
    </dgm:pt>
    <dgm:pt modelId="{469D83A8-F2B5-1344-96C1-136F338FF906}" type="parTrans" cxnId="{D78D5938-E455-CF44-A9B9-AE7322235A40}">
      <dgm:prSet/>
      <dgm:spPr/>
      <dgm:t>
        <a:bodyPr/>
        <a:lstStyle/>
        <a:p>
          <a:endParaRPr lang="en-US"/>
        </a:p>
      </dgm:t>
    </dgm:pt>
    <dgm:pt modelId="{4E0E680D-A781-4848-990D-4D07D1471771}" type="sibTrans" cxnId="{D78D5938-E455-CF44-A9B9-AE7322235A40}">
      <dgm:prSet/>
      <dgm:spPr/>
      <dgm:t>
        <a:bodyPr/>
        <a:lstStyle/>
        <a:p>
          <a:endParaRPr lang="en-US"/>
        </a:p>
      </dgm:t>
    </dgm:pt>
    <dgm:pt modelId="{3529FF61-F881-6142-8811-05803EB04DB4}">
      <dgm:prSet phldrT="Add an event" custT="1"/>
      <dgm:spPr/>
      <dgm:t>
        <a:bodyPr/>
        <a:lstStyle/>
        <a:p>
          <a:pPr>
            <a:defRPr b="1"/>
          </a:pPr>
          <a:r>
            <a:rPr lang="en-US" sz="1700" dirty="0"/>
            <a:t>2012</a:t>
          </a:r>
        </a:p>
        <a:p>
          <a:pPr>
            <a:defRPr b="1"/>
          </a:pPr>
          <a:r>
            <a:rPr lang="en-US" sz="1700" dirty="0" err="1"/>
            <a:t>AlexNet</a:t>
          </a:r>
          <a:endParaRPr lang="en-US" sz="1700" dirty="0"/>
        </a:p>
      </dgm:t>
    </dgm:pt>
    <dgm:pt modelId="{82A67B5A-83A9-F349-97FA-9175B9676B31}" type="parTrans" cxnId="{2DF29940-094D-0645-B9F1-D6836A07B723}">
      <dgm:prSet/>
      <dgm:spPr/>
      <dgm:t>
        <a:bodyPr/>
        <a:lstStyle/>
        <a:p>
          <a:endParaRPr lang="en-US"/>
        </a:p>
      </dgm:t>
    </dgm:pt>
    <dgm:pt modelId="{6C7C1697-589B-0041-B5A1-4FA294A74271}" type="sibTrans" cxnId="{2DF29940-094D-0645-B9F1-D6836A07B723}">
      <dgm:prSet/>
      <dgm:spPr/>
      <dgm:t>
        <a:bodyPr/>
        <a:lstStyle/>
        <a:p>
          <a:endParaRPr lang="en-US"/>
        </a:p>
      </dgm:t>
    </dgm:pt>
    <dgm:pt modelId="{73E86D44-A5F4-9949-92E6-397453539645}">
      <dgm:prSet phldrT="Write a description of the significance of this event" custT="1"/>
      <dgm:spPr/>
      <dgm:t>
        <a:bodyPr/>
        <a:lstStyle/>
        <a:p>
          <a:r>
            <a:rPr lang="en-US" sz="1200" dirty="0"/>
            <a:t>Destroyed ImageNet competition.</a:t>
          </a:r>
        </a:p>
        <a:p>
          <a:endParaRPr lang="en-US" sz="1200" dirty="0"/>
        </a:p>
        <a:p>
          <a:r>
            <a:rPr lang="en-US" sz="1200" dirty="0"/>
            <a:t>Increased depth, GPU training, smart optimizer, dropout, </a:t>
          </a:r>
          <a:r>
            <a:rPr lang="en-US" sz="1200" dirty="0" err="1"/>
            <a:t>ReLU</a:t>
          </a:r>
          <a:r>
            <a:rPr lang="en-US" sz="1200" dirty="0"/>
            <a:t>.</a:t>
          </a:r>
        </a:p>
      </dgm:t>
    </dgm:pt>
    <dgm:pt modelId="{B0555F9D-A3F5-534E-8FAB-ED56BF2363AC}" type="parTrans" cxnId="{EFAF0B2D-590E-A041-A75E-4C4B1D1DA7D5}">
      <dgm:prSet/>
      <dgm:spPr/>
      <dgm:t>
        <a:bodyPr/>
        <a:lstStyle/>
        <a:p>
          <a:endParaRPr lang="en-US"/>
        </a:p>
      </dgm:t>
    </dgm:pt>
    <dgm:pt modelId="{8BA5B8D2-666B-E442-8073-3D7A23D46B33}" type="sibTrans" cxnId="{EFAF0B2D-590E-A041-A75E-4C4B1D1DA7D5}">
      <dgm:prSet/>
      <dgm:spPr/>
      <dgm:t>
        <a:bodyPr/>
        <a:lstStyle/>
        <a:p>
          <a:endParaRPr lang="en-US"/>
        </a:p>
      </dgm:t>
    </dgm:pt>
    <dgm:pt modelId="{26439FA3-E1F1-DC44-89CC-14084599EFEC}" type="pres">
      <dgm:prSet presAssocID="{F941FC7F-0361-7B4B-B54E-57A6821B6077}" presName="root" presStyleCnt="0">
        <dgm:presLayoutVars>
          <dgm:dir/>
          <dgm:animLvl val="lvl"/>
        </dgm:presLayoutVars>
      </dgm:prSet>
      <dgm:spPr/>
    </dgm:pt>
    <dgm:pt modelId="{C677B3D4-AB79-144B-9111-9A8221EF854F}" type="pres">
      <dgm:prSet presAssocID="{F941FC7F-0361-7B4B-B54E-57A6821B6077}" presName="divider" presStyleCnt="0"/>
      <dgm:spPr/>
    </dgm:pt>
    <dgm:pt modelId="{55E2F743-3F14-7A41-9E4C-DA3B45E54688}" type="pres">
      <dgm:prSet presAssocID="{F941FC7F-0361-7B4B-B54E-57A6821B6077}" presName="rectBar" presStyleLbl="dkBgShp" presStyleIdx="0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BD5E24E-E235-C74C-A166-D8D861CA8FDC}" type="pres">
      <dgm:prSet presAssocID="{F941FC7F-0361-7B4B-B54E-57A6821B6077}" presName="chevronArrow" presStyleLbl="dkBgShp" presStyleIdx="1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EF37309-E33C-3B42-8775-4B8732106755}" type="pres">
      <dgm:prSet presAssocID="{F941FC7F-0361-7B4B-B54E-57A6821B6077}" presName="nodes" presStyleCnt="0">
        <dgm:presLayoutVars>
          <dgm:chMax/>
          <dgm:chPref/>
          <dgm:animLvl val="lvl"/>
        </dgm:presLayoutVars>
      </dgm:prSet>
      <dgm:spPr/>
    </dgm:pt>
    <dgm:pt modelId="{23BEC7D2-4ACC-0546-AB77-4C3D966BED7E}" type="pres">
      <dgm:prSet presAssocID="{16210CB0-0399-2E4A-A5DF-F38555D8CA48}" presName="composite" presStyleCnt="0"/>
      <dgm:spPr/>
    </dgm:pt>
    <dgm:pt modelId="{2454E9BE-3C23-E149-B197-B90B1F0E47F8}" type="pres">
      <dgm:prSet presAssocID="{16210CB0-0399-2E4A-A5DF-F38555D8CA48}" presName="DropPinPlaceHolder" presStyleCnt="0"/>
      <dgm:spPr/>
    </dgm:pt>
    <dgm:pt modelId="{EB2C6083-D0CC-354B-8D4E-A1766B2E943F}" type="pres">
      <dgm:prSet presAssocID="{16210CB0-0399-2E4A-A5DF-F38555D8CA48}" presName="DropPin" presStyleLbl="alignNode1" presStyleIdx="0" presStyleCnt="6"/>
      <dgm:spPr/>
    </dgm:pt>
    <dgm:pt modelId="{C3CD0ABE-A9CA-7047-A7D1-FBA32DB7BA2B}" type="pres">
      <dgm:prSet presAssocID="{16210CB0-0399-2E4A-A5DF-F38555D8CA48}" presName="Ellipse" presStyleLbl="fgAcc1" presStyleIdx="0" presStyleCnt="6"/>
      <dgm:spPr/>
    </dgm:pt>
    <dgm:pt modelId="{C8EC680A-37F8-A142-AB14-3A43FB8F8A94}" type="pres">
      <dgm:prSet presAssocID="{16210CB0-0399-2E4A-A5DF-F38555D8CA48}" presName="L2TextContainer" presStyleLbl="revTx" presStyleIdx="0" presStyleCnt="12">
        <dgm:presLayoutVars>
          <dgm:bulletEnabled val="1"/>
        </dgm:presLayoutVars>
      </dgm:prSet>
      <dgm:spPr/>
    </dgm:pt>
    <dgm:pt modelId="{15483C15-31F7-6847-8121-DD069475A32A}" type="pres">
      <dgm:prSet presAssocID="{16210CB0-0399-2E4A-A5DF-F38555D8CA48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8281F05B-5706-DA4F-8DEC-ACE842A1A022}" type="pres">
      <dgm:prSet presAssocID="{16210CB0-0399-2E4A-A5DF-F38555D8CA48}" presName="ConnectLine" presStyleLbl="dkBgShp" presStyleIdx="2" presStyleCnt="8"/>
      <dgm:spPr/>
    </dgm:pt>
    <dgm:pt modelId="{383D1462-88A5-FD4A-A67C-0C10D820E6F1}" type="pres">
      <dgm:prSet presAssocID="{16210CB0-0399-2E4A-A5DF-F38555D8CA48}" presName="ConnectorPoint" presStyleCnt="0"/>
      <dgm:spPr/>
    </dgm:pt>
    <dgm:pt modelId="{DA03FCAC-EB66-5448-81ED-CE6A33F0698E}" type="pres">
      <dgm:prSet presAssocID="{16210CB0-0399-2E4A-A5DF-F38555D8CA48}" presName="Bullet" presStyleLbl="lnNode1" presStyleIdx="0" presStyleCnt="6"/>
      <dgm:spPr/>
    </dgm:pt>
    <dgm:pt modelId="{FBE0B410-D814-2548-A43A-684741C80111}" type="pres">
      <dgm:prSet presAssocID="{16210CB0-0399-2E4A-A5DF-F38555D8CA48}" presName="EmptyPlaceHolder" presStyleCnt="0"/>
      <dgm:spPr/>
    </dgm:pt>
    <dgm:pt modelId="{ACCEDDD5-C3E1-E047-B2FE-5DEADF92C934}" type="pres">
      <dgm:prSet presAssocID="{E2314087-A4A0-E046-8E51-820E88A30A93}" presName="spaceBetweenRectangles" presStyleCnt="0"/>
      <dgm:spPr/>
    </dgm:pt>
    <dgm:pt modelId="{C6B40C8B-DF4A-B048-BA01-1CCFFADE238E}" type="pres">
      <dgm:prSet presAssocID="{3529FF61-F881-6142-8811-05803EB04DB4}" presName="composite" presStyleCnt="0"/>
      <dgm:spPr/>
    </dgm:pt>
    <dgm:pt modelId="{01C3645B-9335-2C4C-BDB1-9554812B9E49}" type="pres">
      <dgm:prSet presAssocID="{3529FF61-F881-6142-8811-05803EB04DB4}" presName="DropPinPlaceHolder" presStyleCnt="0"/>
      <dgm:spPr/>
    </dgm:pt>
    <dgm:pt modelId="{A1AEFD4A-F136-B145-BBCE-4352C1AA8748}" type="pres">
      <dgm:prSet presAssocID="{3529FF61-F881-6142-8811-05803EB04DB4}" presName="DropPin" presStyleLbl="alignNode1" presStyleIdx="1" presStyleCnt="6"/>
      <dgm:spPr/>
    </dgm:pt>
    <dgm:pt modelId="{69CBE0A4-6108-0749-A31B-4539964E85FE}" type="pres">
      <dgm:prSet presAssocID="{3529FF61-F881-6142-8811-05803EB04DB4}" presName="Ellipse" presStyleLbl="fgAcc1" presStyleIdx="1" presStyleCnt="6"/>
      <dgm:spPr/>
    </dgm:pt>
    <dgm:pt modelId="{A76B90E0-7239-AE4B-BE6B-9AF2652C4A35}" type="pres">
      <dgm:prSet presAssocID="{3529FF61-F881-6142-8811-05803EB04DB4}" presName="L2TextContainer" presStyleLbl="revTx" presStyleIdx="2" presStyleCnt="12">
        <dgm:presLayoutVars>
          <dgm:bulletEnabled val="1"/>
        </dgm:presLayoutVars>
      </dgm:prSet>
      <dgm:spPr/>
    </dgm:pt>
    <dgm:pt modelId="{59EDE8B7-26D9-8C4E-B39A-E30B14D16BDA}" type="pres">
      <dgm:prSet presAssocID="{3529FF61-F881-6142-8811-05803EB04DB4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DD12CC13-FC2C-AB42-AC7E-A58555C5C253}" type="pres">
      <dgm:prSet presAssocID="{3529FF61-F881-6142-8811-05803EB04DB4}" presName="ConnectLine" presStyleLbl="dkBgShp" presStyleIdx="3" presStyleCnt="8"/>
      <dgm:spPr/>
    </dgm:pt>
    <dgm:pt modelId="{F181A14F-D10C-D948-8DA7-6C1E5BB09974}" type="pres">
      <dgm:prSet presAssocID="{3529FF61-F881-6142-8811-05803EB04DB4}" presName="ConnectorPoint" presStyleCnt="0"/>
      <dgm:spPr/>
    </dgm:pt>
    <dgm:pt modelId="{B49CF7AF-545F-2943-AC05-B4BC3B9BA13C}" type="pres">
      <dgm:prSet presAssocID="{3529FF61-F881-6142-8811-05803EB04DB4}" presName="Bullet" presStyleLbl="lnNode1" presStyleIdx="1" presStyleCnt="6"/>
      <dgm:spPr/>
    </dgm:pt>
    <dgm:pt modelId="{B944BE83-9428-7946-AC4B-8A995C8C135C}" type="pres">
      <dgm:prSet presAssocID="{3529FF61-F881-6142-8811-05803EB04DB4}" presName="EmptyPlaceHolder" presStyleCnt="0"/>
      <dgm:spPr/>
    </dgm:pt>
    <dgm:pt modelId="{26E88100-D1AC-CF41-A71B-600A227778BE}" type="pres">
      <dgm:prSet presAssocID="{6C7C1697-589B-0041-B5A1-4FA294A74271}" presName="spaceBetweenRectangles" presStyleCnt="0"/>
      <dgm:spPr/>
    </dgm:pt>
    <dgm:pt modelId="{E0C7763D-00C2-A24F-914A-CD6EB2A20F62}" type="pres">
      <dgm:prSet presAssocID="{D747AF86-0BA6-C442-864C-9413FB4766ED}" presName="composite" presStyleCnt="0"/>
      <dgm:spPr/>
    </dgm:pt>
    <dgm:pt modelId="{0A7967C0-76E5-F34F-9977-C2C40AE46F60}" type="pres">
      <dgm:prSet presAssocID="{D747AF86-0BA6-C442-864C-9413FB4766ED}" presName="DropPinPlaceHolder" presStyleCnt="0"/>
      <dgm:spPr/>
    </dgm:pt>
    <dgm:pt modelId="{7204E851-3389-E048-A2C4-D869281096DC}" type="pres">
      <dgm:prSet presAssocID="{D747AF86-0BA6-C442-864C-9413FB4766ED}" presName="DropPin" presStyleLbl="alignNode1" presStyleIdx="2" presStyleCnt="6"/>
      <dgm:spPr/>
    </dgm:pt>
    <dgm:pt modelId="{218CB4AD-444F-A94C-AD4B-57B011DA95C3}" type="pres">
      <dgm:prSet presAssocID="{D747AF86-0BA6-C442-864C-9413FB4766ED}" presName="Ellipse" presStyleLbl="fgAcc1" presStyleIdx="2" presStyleCnt="6"/>
      <dgm:spPr/>
    </dgm:pt>
    <dgm:pt modelId="{7C3C547F-7C32-224C-B102-0032A2D5D955}" type="pres">
      <dgm:prSet presAssocID="{D747AF86-0BA6-C442-864C-9413FB4766ED}" presName="L2TextContainer" presStyleLbl="revTx" presStyleIdx="4" presStyleCnt="12">
        <dgm:presLayoutVars>
          <dgm:bulletEnabled val="1"/>
        </dgm:presLayoutVars>
      </dgm:prSet>
      <dgm:spPr/>
    </dgm:pt>
    <dgm:pt modelId="{6593EC17-D378-0A46-859C-0AA5E8922861}" type="pres">
      <dgm:prSet presAssocID="{D747AF86-0BA6-C442-864C-9413FB4766ED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0D6B7F7D-B436-4F44-AB42-5DCA06F5535B}" type="pres">
      <dgm:prSet presAssocID="{D747AF86-0BA6-C442-864C-9413FB4766ED}" presName="ConnectLine" presStyleLbl="dkBgShp" presStyleIdx="4" presStyleCnt="8"/>
      <dgm:spPr/>
    </dgm:pt>
    <dgm:pt modelId="{FC4151B6-8138-724B-91D0-F0E07DD35A2B}" type="pres">
      <dgm:prSet presAssocID="{D747AF86-0BA6-C442-864C-9413FB4766ED}" presName="ConnectorPoint" presStyleCnt="0"/>
      <dgm:spPr/>
    </dgm:pt>
    <dgm:pt modelId="{D0E430BC-2EC8-EB48-A5AD-EABE5D2ACE66}" type="pres">
      <dgm:prSet presAssocID="{D747AF86-0BA6-C442-864C-9413FB4766ED}" presName="Bullet" presStyleLbl="lnNode1" presStyleIdx="2" presStyleCnt="6"/>
      <dgm:spPr/>
    </dgm:pt>
    <dgm:pt modelId="{D3D384D5-88BF-AF42-BA63-04DDB73A62B6}" type="pres">
      <dgm:prSet presAssocID="{D747AF86-0BA6-C442-864C-9413FB4766ED}" presName="EmptyPlaceHolder" presStyleCnt="0"/>
      <dgm:spPr/>
    </dgm:pt>
    <dgm:pt modelId="{C5261078-08CC-4F4A-9EEF-28D86AFCE2CC}" type="pres">
      <dgm:prSet presAssocID="{F26D782D-3591-0043-8B5D-547280B5A471}" presName="spaceBetweenRectangles" presStyleCnt="0"/>
      <dgm:spPr/>
    </dgm:pt>
    <dgm:pt modelId="{9C876B76-B89D-354A-861A-05DA8F02C04C}" type="pres">
      <dgm:prSet presAssocID="{35545A14-A2CD-2E41-8D95-E101E5B29907}" presName="composite" presStyleCnt="0"/>
      <dgm:spPr/>
    </dgm:pt>
    <dgm:pt modelId="{ED975AA9-83A1-CA46-98F7-CD28C1C6BAB4}" type="pres">
      <dgm:prSet presAssocID="{35545A14-A2CD-2E41-8D95-E101E5B29907}" presName="DropPinPlaceHolder" presStyleCnt="0"/>
      <dgm:spPr/>
    </dgm:pt>
    <dgm:pt modelId="{B9D8D348-A0CC-FD44-AB8F-3ADE117FB7DE}" type="pres">
      <dgm:prSet presAssocID="{35545A14-A2CD-2E41-8D95-E101E5B29907}" presName="DropPin" presStyleLbl="alignNode1" presStyleIdx="3" presStyleCnt="6"/>
      <dgm:spPr/>
    </dgm:pt>
    <dgm:pt modelId="{23E3835A-076E-EB47-944C-0D283860600D}" type="pres">
      <dgm:prSet presAssocID="{35545A14-A2CD-2E41-8D95-E101E5B29907}" presName="Ellipse" presStyleLbl="fgAcc1" presStyleIdx="3" presStyleCnt="6"/>
      <dgm:spPr/>
    </dgm:pt>
    <dgm:pt modelId="{B0CCD9AD-089B-7441-B40D-3A3A3F6F506A}" type="pres">
      <dgm:prSet presAssocID="{35545A14-A2CD-2E41-8D95-E101E5B29907}" presName="L2TextContainer" presStyleLbl="revTx" presStyleIdx="6" presStyleCnt="12">
        <dgm:presLayoutVars>
          <dgm:bulletEnabled val="1"/>
        </dgm:presLayoutVars>
      </dgm:prSet>
      <dgm:spPr/>
    </dgm:pt>
    <dgm:pt modelId="{A1E30F83-B149-8441-8312-849465C1A583}" type="pres">
      <dgm:prSet presAssocID="{35545A14-A2CD-2E41-8D95-E101E5B29907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8EFF8F95-AE79-E246-A133-A0CC143799B0}" type="pres">
      <dgm:prSet presAssocID="{35545A14-A2CD-2E41-8D95-E101E5B29907}" presName="ConnectLine" presStyleLbl="dkBgShp" presStyleIdx="5" presStyleCnt="8"/>
      <dgm:spPr/>
    </dgm:pt>
    <dgm:pt modelId="{9C65B63A-CE98-B14A-8849-7F1AB949695C}" type="pres">
      <dgm:prSet presAssocID="{35545A14-A2CD-2E41-8D95-E101E5B29907}" presName="ConnectorPoint" presStyleCnt="0"/>
      <dgm:spPr/>
    </dgm:pt>
    <dgm:pt modelId="{7074933E-3C3B-9A4F-90A2-F8C833931689}" type="pres">
      <dgm:prSet presAssocID="{35545A14-A2CD-2E41-8D95-E101E5B29907}" presName="Bullet" presStyleLbl="lnNode1" presStyleIdx="3" presStyleCnt="6"/>
      <dgm:spPr/>
    </dgm:pt>
    <dgm:pt modelId="{76BD10EF-B874-FC4D-89D7-E2B97F063F24}" type="pres">
      <dgm:prSet presAssocID="{35545A14-A2CD-2E41-8D95-E101E5B29907}" presName="EmptyPlaceHolder" presStyleCnt="0"/>
      <dgm:spPr/>
    </dgm:pt>
    <dgm:pt modelId="{3F684248-A237-F445-BB68-8FF35518BFFB}" type="pres">
      <dgm:prSet presAssocID="{5713FBD2-1053-5F46-BE7E-DEAF40DC3A4F}" presName="spaceBetweenRectangles" presStyleCnt="0"/>
      <dgm:spPr/>
    </dgm:pt>
    <dgm:pt modelId="{D241D22A-6193-9145-9F27-52E0DAECC50B}" type="pres">
      <dgm:prSet presAssocID="{89F55A42-8847-6948-A1DA-59D40FB0CA27}" presName="composite" presStyleCnt="0"/>
      <dgm:spPr/>
    </dgm:pt>
    <dgm:pt modelId="{36397C13-B7B0-714F-87F7-8F99DCD00EDB}" type="pres">
      <dgm:prSet presAssocID="{89F55A42-8847-6948-A1DA-59D40FB0CA27}" presName="DropPinPlaceHolder" presStyleCnt="0"/>
      <dgm:spPr/>
    </dgm:pt>
    <dgm:pt modelId="{1D3CB062-4B5E-C94B-B973-49BC49B6812E}" type="pres">
      <dgm:prSet presAssocID="{89F55A42-8847-6948-A1DA-59D40FB0CA27}" presName="DropPin" presStyleLbl="alignNode1" presStyleIdx="4" presStyleCnt="6"/>
      <dgm:spPr/>
    </dgm:pt>
    <dgm:pt modelId="{BEB8B445-4A5D-964D-9656-2FEB26E5BF2F}" type="pres">
      <dgm:prSet presAssocID="{89F55A42-8847-6948-A1DA-59D40FB0CA27}" presName="Ellipse" presStyleLbl="fgAcc1" presStyleIdx="4" presStyleCnt="6"/>
      <dgm:spPr/>
    </dgm:pt>
    <dgm:pt modelId="{1FFACADC-F4B0-4B47-8BA3-F5A7DA855A8F}" type="pres">
      <dgm:prSet presAssocID="{89F55A42-8847-6948-A1DA-59D40FB0CA27}" presName="L2TextContainer" presStyleLbl="revTx" presStyleIdx="8" presStyleCnt="12">
        <dgm:presLayoutVars>
          <dgm:bulletEnabled val="1"/>
        </dgm:presLayoutVars>
      </dgm:prSet>
      <dgm:spPr/>
    </dgm:pt>
    <dgm:pt modelId="{2371374B-E366-A74E-AD72-7CD06F2426A2}" type="pres">
      <dgm:prSet presAssocID="{89F55A42-8847-6948-A1DA-59D40FB0CA27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5EDEAB5F-55A2-D445-BB38-30311647B2E1}" type="pres">
      <dgm:prSet presAssocID="{89F55A42-8847-6948-A1DA-59D40FB0CA27}" presName="ConnectLine" presStyleLbl="dkBgShp" presStyleIdx="6" presStyleCnt="8"/>
      <dgm:spPr/>
    </dgm:pt>
    <dgm:pt modelId="{678432DF-DA8D-8B4B-9A18-A75EBDA1905B}" type="pres">
      <dgm:prSet presAssocID="{89F55A42-8847-6948-A1DA-59D40FB0CA27}" presName="ConnectorPoint" presStyleCnt="0"/>
      <dgm:spPr/>
    </dgm:pt>
    <dgm:pt modelId="{52E982ED-BD4A-D74F-9DED-18447564159F}" type="pres">
      <dgm:prSet presAssocID="{89F55A42-8847-6948-A1DA-59D40FB0CA27}" presName="Bullet" presStyleLbl="lnNode1" presStyleIdx="4" presStyleCnt="6"/>
      <dgm:spPr/>
    </dgm:pt>
    <dgm:pt modelId="{4D44D470-5A4F-744B-BACF-36107129F248}" type="pres">
      <dgm:prSet presAssocID="{89F55A42-8847-6948-A1DA-59D40FB0CA27}" presName="EmptyPlaceHolder" presStyleCnt="0"/>
      <dgm:spPr/>
    </dgm:pt>
    <dgm:pt modelId="{516C1406-6701-004E-8FAF-17A5DF652588}" type="pres">
      <dgm:prSet presAssocID="{52285F3C-8B07-8440-9498-EAAECB1881F1}" presName="spaceBetweenRectangles" presStyleCnt="0"/>
      <dgm:spPr/>
    </dgm:pt>
    <dgm:pt modelId="{0199D3CD-F275-8545-8834-65E8CF3EA0BE}" type="pres">
      <dgm:prSet presAssocID="{E397D52D-1A35-FF4E-8C0B-A88A226CC11B}" presName="composite" presStyleCnt="0"/>
      <dgm:spPr/>
    </dgm:pt>
    <dgm:pt modelId="{239D8D3C-50AD-0044-AB48-159B98CFE9C3}" type="pres">
      <dgm:prSet presAssocID="{E397D52D-1A35-FF4E-8C0B-A88A226CC11B}" presName="DropPinPlaceHolder" presStyleCnt="0"/>
      <dgm:spPr/>
    </dgm:pt>
    <dgm:pt modelId="{E312EBE8-EBA9-BD4A-98EE-A5C68E841C02}" type="pres">
      <dgm:prSet presAssocID="{E397D52D-1A35-FF4E-8C0B-A88A226CC11B}" presName="DropPin" presStyleLbl="alignNode1" presStyleIdx="5" presStyleCnt="6"/>
      <dgm:spPr/>
    </dgm:pt>
    <dgm:pt modelId="{F272D087-E571-E249-A2DE-82455187CB7C}" type="pres">
      <dgm:prSet presAssocID="{E397D52D-1A35-FF4E-8C0B-A88A226CC11B}" presName="Ellipse" presStyleLbl="fgAcc1" presStyleIdx="5" presStyleCnt="6"/>
      <dgm:spPr/>
    </dgm:pt>
    <dgm:pt modelId="{46211D05-FAF2-F545-8DC7-4F53C3487F6A}" type="pres">
      <dgm:prSet presAssocID="{E397D52D-1A35-FF4E-8C0B-A88A226CC11B}" presName="L2TextContainer" presStyleLbl="revTx" presStyleIdx="10" presStyleCnt="12">
        <dgm:presLayoutVars>
          <dgm:bulletEnabled val="1"/>
        </dgm:presLayoutVars>
      </dgm:prSet>
      <dgm:spPr/>
    </dgm:pt>
    <dgm:pt modelId="{C0107291-5638-7D48-8A50-194A478E2BEA}" type="pres">
      <dgm:prSet presAssocID="{E397D52D-1A35-FF4E-8C0B-A88A226CC11B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AEE39DC2-DBBF-BE44-A256-4853EA8343E3}" type="pres">
      <dgm:prSet presAssocID="{E397D52D-1A35-FF4E-8C0B-A88A226CC11B}" presName="ConnectLine" presStyleLbl="dkBgShp" presStyleIdx="7" presStyleCnt="8"/>
      <dgm:spPr/>
    </dgm:pt>
    <dgm:pt modelId="{752824BD-41F7-FB4E-AE1F-15FA75419AFC}" type="pres">
      <dgm:prSet presAssocID="{E397D52D-1A35-FF4E-8C0B-A88A226CC11B}" presName="ConnectorPoint" presStyleCnt="0"/>
      <dgm:spPr/>
    </dgm:pt>
    <dgm:pt modelId="{6CFCC769-4EED-7E4A-89BD-9618D5700013}" type="pres">
      <dgm:prSet presAssocID="{E397D52D-1A35-FF4E-8C0B-A88A226CC11B}" presName="Bullet" presStyleLbl="lnNode1" presStyleIdx="5" presStyleCnt="6"/>
      <dgm:spPr/>
    </dgm:pt>
    <dgm:pt modelId="{E8A8B981-4084-AD42-AC76-5AAED0F25564}" type="pres">
      <dgm:prSet presAssocID="{E397D52D-1A35-FF4E-8C0B-A88A226CC11B}" presName="EmptyPlaceHolder" presStyleCnt="0"/>
      <dgm:spPr/>
    </dgm:pt>
  </dgm:ptLst>
  <dgm:cxnLst>
    <dgm:cxn modelId="{0B4C5602-0D94-5A47-820E-A28F59C94E30}" srcId="{F941FC7F-0361-7B4B-B54E-57A6821B6077}" destId="{E397D52D-1A35-FF4E-8C0B-A88A226CC11B}" srcOrd="5" destOrd="0" parTransId="{93F4C7D7-EF1B-5147-84C3-DD4BE3FA5EFF}" sibTransId="{E97AEC86-2436-B140-9F98-AB4508FC45C1}"/>
    <dgm:cxn modelId="{5A71BF16-4F34-D640-A942-C1E3F6A1E568}" srcId="{F941FC7F-0361-7B4B-B54E-57A6821B6077}" destId="{89F55A42-8847-6948-A1DA-59D40FB0CA27}" srcOrd="4" destOrd="0" parTransId="{8FDC2054-AF41-6F48-9583-62F6AC5C5204}" sibTransId="{52285F3C-8B07-8440-9498-EAAECB1881F1}"/>
    <dgm:cxn modelId="{EFAF0B2D-590E-A041-A75E-4C4B1D1DA7D5}" srcId="{3529FF61-F881-6142-8811-05803EB04DB4}" destId="{73E86D44-A5F4-9949-92E6-397453539645}" srcOrd="0" destOrd="0" parTransId="{B0555F9D-A3F5-534E-8FAB-ED56BF2363AC}" sibTransId="{8BA5B8D2-666B-E442-8073-3D7A23D46B33}"/>
    <dgm:cxn modelId="{91A59231-1BB4-534B-84AA-A3D4D22CDD06}" type="presOf" srcId="{73E86D44-A5F4-9949-92E6-397453539645}" destId="{A76B90E0-7239-AE4B-BE6B-9AF2652C4A35}" srcOrd="0" destOrd="0" presId="urn:microsoft.com/office/officeart/2024/layout/BulletTimeline"/>
    <dgm:cxn modelId="{D78D5938-E455-CF44-A9B9-AE7322235A40}" srcId="{E397D52D-1A35-FF4E-8C0B-A88A226CC11B}" destId="{00D56D78-ECEB-DF4F-8B2E-E8B424A5230A}" srcOrd="0" destOrd="0" parTransId="{469D83A8-F2B5-1344-96C1-136F338FF906}" sibTransId="{4E0E680D-A781-4848-990D-4D07D1471771}"/>
    <dgm:cxn modelId="{D5E0E93C-94A5-AA45-BEB4-320DC7BA84F3}" type="presOf" srcId="{BE100841-D2FA-7442-AB8C-B9E6EFD3DA04}" destId="{1FFACADC-F4B0-4B47-8BA3-F5A7DA855A8F}" srcOrd="0" destOrd="0" presId="urn:microsoft.com/office/officeart/2024/layout/BulletTimeline"/>
    <dgm:cxn modelId="{2DF29940-094D-0645-B9F1-D6836A07B723}" srcId="{F941FC7F-0361-7B4B-B54E-57A6821B6077}" destId="{3529FF61-F881-6142-8811-05803EB04DB4}" srcOrd="1" destOrd="0" parTransId="{82A67B5A-83A9-F349-97FA-9175B9676B31}" sibTransId="{6C7C1697-589B-0041-B5A1-4FA294A74271}"/>
    <dgm:cxn modelId="{9332124A-B535-164F-B08F-EA3625514149}" type="presOf" srcId="{D4D979F7-584E-8845-8517-7452400768EE}" destId="{B0CCD9AD-089B-7441-B40D-3A3A3F6F506A}" srcOrd="0" destOrd="0" presId="urn:microsoft.com/office/officeart/2024/layout/BulletTimeline"/>
    <dgm:cxn modelId="{912E854D-4FBD-7144-B3C7-B2D39B4E2387}" srcId="{16210CB0-0399-2E4A-A5DF-F38555D8CA48}" destId="{021D81BF-E50D-1749-9B72-0B069C8B13C5}" srcOrd="0" destOrd="0" parTransId="{4CAD9E74-4E88-834A-B777-ECB2414CD89C}" sibTransId="{C9F6CF93-7DBF-9941-A542-D474E450F4CC}"/>
    <dgm:cxn modelId="{241A3D4E-FE82-B647-86C9-918DC11F3F13}" type="presOf" srcId="{E397D52D-1A35-FF4E-8C0B-A88A226CC11B}" destId="{C0107291-5638-7D48-8A50-194A478E2BEA}" srcOrd="0" destOrd="0" presId="urn:microsoft.com/office/officeart/2024/layout/BulletTimeline"/>
    <dgm:cxn modelId="{53A7C94F-2A3A-D743-9DED-6F5AE0944EC3}" type="presOf" srcId="{00D56D78-ECEB-DF4F-8B2E-E8B424A5230A}" destId="{46211D05-FAF2-F545-8DC7-4F53C3487F6A}" srcOrd="0" destOrd="0" presId="urn:microsoft.com/office/officeart/2024/layout/BulletTimeline"/>
    <dgm:cxn modelId="{28919254-68A4-484D-ADD6-DCD9894EE1B4}" type="presOf" srcId="{F941FC7F-0361-7B4B-B54E-57A6821B6077}" destId="{26439FA3-E1F1-DC44-89CC-14084599EFEC}" srcOrd="0" destOrd="0" presId="urn:microsoft.com/office/officeart/2024/layout/BulletTimeline"/>
    <dgm:cxn modelId="{DB4DAA5A-808F-4F45-AB3E-19D984B3FBB9}" type="presOf" srcId="{D747AF86-0BA6-C442-864C-9413FB4766ED}" destId="{6593EC17-D378-0A46-859C-0AA5E8922861}" srcOrd="0" destOrd="0" presId="urn:microsoft.com/office/officeart/2024/layout/BulletTimeline"/>
    <dgm:cxn modelId="{01A80A63-9BA6-9546-B9FB-9C679130D7F5}" srcId="{35545A14-A2CD-2E41-8D95-E101E5B29907}" destId="{D4D979F7-584E-8845-8517-7452400768EE}" srcOrd="0" destOrd="0" parTransId="{FE3E4196-45D8-0D41-9935-C42D0128A1A3}" sibTransId="{4B8F2978-BE01-DC4F-9636-A6B6864131FA}"/>
    <dgm:cxn modelId="{3BCD3984-7901-D842-B419-F1B8BAAAB3C6}" srcId="{89F55A42-8847-6948-A1DA-59D40FB0CA27}" destId="{BE100841-D2FA-7442-AB8C-B9E6EFD3DA04}" srcOrd="0" destOrd="0" parTransId="{386F03B8-30A3-7C49-B143-ED264DC213C6}" sibTransId="{A233AFAD-41C5-F74D-BD67-FE83F6D1E14F}"/>
    <dgm:cxn modelId="{1D7B4984-DE89-8A47-A735-E9B86FBB5043}" srcId="{F941FC7F-0361-7B4B-B54E-57A6821B6077}" destId="{16210CB0-0399-2E4A-A5DF-F38555D8CA48}" srcOrd="0" destOrd="0" parTransId="{B1EDF1AB-83C0-A04B-BB01-CE9A9487DB16}" sibTransId="{E2314087-A4A0-E046-8E51-820E88A30A93}"/>
    <dgm:cxn modelId="{8404A89F-EED6-7340-BF82-A1C2F6165EAB}" srcId="{D747AF86-0BA6-C442-864C-9413FB4766ED}" destId="{00FF73F6-9A30-374B-B072-8FF37CE78248}" srcOrd="0" destOrd="0" parTransId="{69B0FE78-89C2-3B4B-9C9C-8CAE9F95D524}" sibTransId="{488F1285-E69C-6945-9BC9-62C0D552E4B5}"/>
    <dgm:cxn modelId="{435AFFA9-F9FC-114A-A0F4-914985526DC1}" srcId="{F941FC7F-0361-7B4B-B54E-57A6821B6077}" destId="{35545A14-A2CD-2E41-8D95-E101E5B29907}" srcOrd="3" destOrd="0" parTransId="{09B6FF7B-9FED-5045-976E-498691BBB080}" sibTransId="{5713FBD2-1053-5F46-BE7E-DEAF40DC3A4F}"/>
    <dgm:cxn modelId="{30F9CEB1-22CC-6541-9181-3C0E1EEEB092}" type="presOf" srcId="{89F55A42-8847-6948-A1DA-59D40FB0CA27}" destId="{2371374B-E366-A74E-AD72-7CD06F2426A2}" srcOrd="0" destOrd="0" presId="urn:microsoft.com/office/officeart/2024/layout/BulletTimeline"/>
    <dgm:cxn modelId="{2C975BBD-62BF-7B42-BB53-2E2568382EBE}" srcId="{F941FC7F-0361-7B4B-B54E-57A6821B6077}" destId="{D747AF86-0BA6-C442-864C-9413FB4766ED}" srcOrd="2" destOrd="0" parTransId="{6C6A41DD-2539-ED4A-9A29-0183C2900375}" sibTransId="{F26D782D-3591-0043-8B5D-547280B5A471}"/>
    <dgm:cxn modelId="{ADC2C1BF-66CD-2348-B7DF-06EC464EE716}" type="presOf" srcId="{00FF73F6-9A30-374B-B072-8FF37CE78248}" destId="{7C3C547F-7C32-224C-B102-0032A2D5D955}" srcOrd="0" destOrd="0" presId="urn:microsoft.com/office/officeart/2024/layout/BulletTimeline"/>
    <dgm:cxn modelId="{DDF83ECD-268E-5340-8D11-61C6A0E09D78}" type="presOf" srcId="{021D81BF-E50D-1749-9B72-0B069C8B13C5}" destId="{C8EC680A-37F8-A142-AB14-3A43FB8F8A94}" srcOrd="0" destOrd="0" presId="urn:microsoft.com/office/officeart/2024/layout/BulletTimeline"/>
    <dgm:cxn modelId="{E997D8D0-D920-EB4E-A5AC-28F110E0CEDD}" type="presOf" srcId="{35545A14-A2CD-2E41-8D95-E101E5B29907}" destId="{A1E30F83-B149-8441-8312-849465C1A583}" srcOrd="0" destOrd="0" presId="urn:microsoft.com/office/officeart/2024/layout/BulletTimeline"/>
    <dgm:cxn modelId="{92EAF8F5-411D-9849-80CC-90466B061ABF}" type="presOf" srcId="{3529FF61-F881-6142-8811-05803EB04DB4}" destId="{59EDE8B7-26D9-8C4E-B39A-E30B14D16BDA}" srcOrd="0" destOrd="0" presId="urn:microsoft.com/office/officeart/2024/layout/BulletTimeline"/>
    <dgm:cxn modelId="{E44987FB-7D53-5347-B778-6333FC8D6E4C}" type="presOf" srcId="{16210CB0-0399-2E4A-A5DF-F38555D8CA48}" destId="{15483C15-31F7-6847-8121-DD069475A32A}" srcOrd="0" destOrd="0" presId="urn:microsoft.com/office/officeart/2024/layout/BulletTimeline"/>
    <dgm:cxn modelId="{DC9A5A66-5A17-2546-A302-09FA8B686FEB}" type="presParOf" srcId="{26439FA3-E1F1-DC44-89CC-14084599EFEC}" destId="{C677B3D4-AB79-144B-9111-9A8221EF854F}" srcOrd="0" destOrd="0" presId="urn:microsoft.com/office/officeart/2024/layout/BulletTimeline"/>
    <dgm:cxn modelId="{F30790A2-7F8A-CB48-91CA-D685767D9BFE}" type="presParOf" srcId="{C677B3D4-AB79-144B-9111-9A8221EF854F}" destId="{55E2F743-3F14-7A41-9E4C-DA3B45E54688}" srcOrd="0" destOrd="0" presId="urn:microsoft.com/office/officeart/2024/layout/BulletTimeline"/>
    <dgm:cxn modelId="{26C6D1BA-73DD-754D-8251-60DC762805CC}" type="presParOf" srcId="{C677B3D4-AB79-144B-9111-9A8221EF854F}" destId="{5BD5E24E-E235-C74C-A166-D8D861CA8FDC}" srcOrd="1" destOrd="0" presId="urn:microsoft.com/office/officeart/2024/layout/BulletTimeline"/>
    <dgm:cxn modelId="{4735A18D-8AC1-0E4A-81C2-B0E89401B204}" type="presParOf" srcId="{26439FA3-E1F1-DC44-89CC-14084599EFEC}" destId="{5EF37309-E33C-3B42-8775-4B8732106755}" srcOrd="1" destOrd="0" presId="urn:microsoft.com/office/officeart/2024/layout/BulletTimeline"/>
    <dgm:cxn modelId="{0E501CDC-7D53-FB48-BD65-66DDA1701C53}" type="presParOf" srcId="{5EF37309-E33C-3B42-8775-4B8732106755}" destId="{23BEC7D2-4ACC-0546-AB77-4C3D966BED7E}" srcOrd="0" destOrd="0" presId="urn:microsoft.com/office/officeart/2024/layout/BulletTimeline"/>
    <dgm:cxn modelId="{71B7DD3C-D23F-E949-9249-342089111CF3}" type="presParOf" srcId="{23BEC7D2-4ACC-0546-AB77-4C3D966BED7E}" destId="{2454E9BE-3C23-E149-B197-B90B1F0E47F8}" srcOrd="0" destOrd="0" presId="urn:microsoft.com/office/officeart/2024/layout/BulletTimeline"/>
    <dgm:cxn modelId="{96D88E53-C5E8-E14C-8B72-BF70587E4EB4}" type="presParOf" srcId="{2454E9BE-3C23-E149-B197-B90B1F0E47F8}" destId="{EB2C6083-D0CC-354B-8D4E-A1766B2E943F}" srcOrd="0" destOrd="0" presId="urn:microsoft.com/office/officeart/2024/layout/BulletTimeline"/>
    <dgm:cxn modelId="{BA80CF1E-B03F-8745-A181-F6B03EB1C744}" type="presParOf" srcId="{2454E9BE-3C23-E149-B197-B90B1F0E47F8}" destId="{C3CD0ABE-A9CA-7047-A7D1-FBA32DB7BA2B}" srcOrd="1" destOrd="0" presId="urn:microsoft.com/office/officeart/2024/layout/BulletTimeline"/>
    <dgm:cxn modelId="{41103DD4-D567-5440-914F-5C7FDBB2B310}" type="presParOf" srcId="{23BEC7D2-4ACC-0546-AB77-4C3D966BED7E}" destId="{C8EC680A-37F8-A142-AB14-3A43FB8F8A94}" srcOrd="1" destOrd="0" presId="urn:microsoft.com/office/officeart/2024/layout/BulletTimeline"/>
    <dgm:cxn modelId="{A62E92C4-BBA7-894E-AC13-2A142E4A9556}" type="presParOf" srcId="{23BEC7D2-4ACC-0546-AB77-4C3D966BED7E}" destId="{15483C15-31F7-6847-8121-DD069475A32A}" srcOrd="2" destOrd="0" presId="urn:microsoft.com/office/officeart/2024/layout/BulletTimeline"/>
    <dgm:cxn modelId="{B223B5E0-D62F-F747-A3BC-7FB4ED42F42C}" type="presParOf" srcId="{23BEC7D2-4ACC-0546-AB77-4C3D966BED7E}" destId="{8281F05B-5706-DA4F-8DEC-ACE842A1A022}" srcOrd="3" destOrd="0" presId="urn:microsoft.com/office/officeart/2024/layout/BulletTimeline"/>
    <dgm:cxn modelId="{804C3824-F9AB-ED49-9B45-59984F141C5C}" type="presParOf" srcId="{23BEC7D2-4ACC-0546-AB77-4C3D966BED7E}" destId="{383D1462-88A5-FD4A-A67C-0C10D820E6F1}" srcOrd="4" destOrd="0" presId="urn:microsoft.com/office/officeart/2024/layout/BulletTimeline"/>
    <dgm:cxn modelId="{771A2C4F-4CC1-0D40-8F99-09A5A330F995}" type="presParOf" srcId="{383D1462-88A5-FD4A-A67C-0C10D820E6F1}" destId="{DA03FCAC-EB66-5448-81ED-CE6A33F0698E}" srcOrd="0" destOrd="0" presId="urn:microsoft.com/office/officeart/2024/layout/BulletTimeline"/>
    <dgm:cxn modelId="{71A68EC6-02DE-9244-BBA3-8DB71AE4F82F}" type="presParOf" srcId="{23BEC7D2-4ACC-0546-AB77-4C3D966BED7E}" destId="{FBE0B410-D814-2548-A43A-684741C80111}" srcOrd="5" destOrd="0" presId="urn:microsoft.com/office/officeart/2024/layout/BulletTimeline"/>
    <dgm:cxn modelId="{EB6617E3-281B-064A-AA1D-38CE3EB0E4FF}" type="presParOf" srcId="{5EF37309-E33C-3B42-8775-4B8732106755}" destId="{ACCEDDD5-C3E1-E047-B2FE-5DEADF92C934}" srcOrd="1" destOrd="0" presId="urn:microsoft.com/office/officeart/2024/layout/BulletTimeline"/>
    <dgm:cxn modelId="{5D70FF62-500A-904E-896B-685304C6194B}" type="presParOf" srcId="{5EF37309-E33C-3B42-8775-4B8732106755}" destId="{C6B40C8B-DF4A-B048-BA01-1CCFFADE238E}" srcOrd="2" destOrd="0" presId="urn:microsoft.com/office/officeart/2024/layout/BulletTimeline"/>
    <dgm:cxn modelId="{A10D62A6-ED4D-7C4C-B09C-969732F48B4A}" type="presParOf" srcId="{C6B40C8B-DF4A-B048-BA01-1CCFFADE238E}" destId="{01C3645B-9335-2C4C-BDB1-9554812B9E49}" srcOrd="0" destOrd="0" presId="urn:microsoft.com/office/officeart/2024/layout/BulletTimeline"/>
    <dgm:cxn modelId="{CE4464D2-44CB-0746-97CE-4171129AA73E}" type="presParOf" srcId="{01C3645B-9335-2C4C-BDB1-9554812B9E49}" destId="{A1AEFD4A-F136-B145-BBCE-4352C1AA8748}" srcOrd="0" destOrd="0" presId="urn:microsoft.com/office/officeart/2024/layout/BulletTimeline"/>
    <dgm:cxn modelId="{E1F3748F-AF5B-C944-A11C-088166EF82BD}" type="presParOf" srcId="{01C3645B-9335-2C4C-BDB1-9554812B9E49}" destId="{69CBE0A4-6108-0749-A31B-4539964E85FE}" srcOrd="1" destOrd="0" presId="urn:microsoft.com/office/officeart/2024/layout/BulletTimeline"/>
    <dgm:cxn modelId="{2CDAD5A4-9098-B248-AA62-FA5FE70552C6}" type="presParOf" srcId="{C6B40C8B-DF4A-B048-BA01-1CCFFADE238E}" destId="{A76B90E0-7239-AE4B-BE6B-9AF2652C4A35}" srcOrd="1" destOrd="0" presId="urn:microsoft.com/office/officeart/2024/layout/BulletTimeline"/>
    <dgm:cxn modelId="{8AB25459-06B2-B248-B314-BBAB8224CD60}" type="presParOf" srcId="{C6B40C8B-DF4A-B048-BA01-1CCFFADE238E}" destId="{59EDE8B7-26D9-8C4E-B39A-E30B14D16BDA}" srcOrd="2" destOrd="0" presId="urn:microsoft.com/office/officeart/2024/layout/BulletTimeline"/>
    <dgm:cxn modelId="{193C3580-69CE-E044-98B9-6CD7A63DF8A5}" type="presParOf" srcId="{C6B40C8B-DF4A-B048-BA01-1CCFFADE238E}" destId="{DD12CC13-FC2C-AB42-AC7E-A58555C5C253}" srcOrd="3" destOrd="0" presId="urn:microsoft.com/office/officeart/2024/layout/BulletTimeline"/>
    <dgm:cxn modelId="{A0499C70-E90B-A042-AEC8-CBDD49286538}" type="presParOf" srcId="{C6B40C8B-DF4A-B048-BA01-1CCFFADE238E}" destId="{F181A14F-D10C-D948-8DA7-6C1E5BB09974}" srcOrd="4" destOrd="0" presId="urn:microsoft.com/office/officeart/2024/layout/BulletTimeline"/>
    <dgm:cxn modelId="{4B9954BD-E01F-0747-A68D-35381728ED7F}" type="presParOf" srcId="{F181A14F-D10C-D948-8DA7-6C1E5BB09974}" destId="{B49CF7AF-545F-2943-AC05-B4BC3B9BA13C}" srcOrd="0" destOrd="0" presId="urn:microsoft.com/office/officeart/2024/layout/BulletTimeline"/>
    <dgm:cxn modelId="{5F67C83E-3B9F-DD43-9F16-9266EF3594CE}" type="presParOf" srcId="{C6B40C8B-DF4A-B048-BA01-1CCFFADE238E}" destId="{B944BE83-9428-7946-AC4B-8A995C8C135C}" srcOrd="5" destOrd="0" presId="urn:microsoft.com/office/officeart/2024/layout/BulletTimeline"/>
    <dgm:cxn modelId="{C033DE62-754A-A14C-8771-5E2F401061B0}" type="presParOf" srcId="{5EF37309-E33C-3B42-8775-4B8732106755}" destId="{26E88100-D1AC-CF41-A71B-600A227778BE}" srcOrd="3" destOrd="0" presId="urn:microsoft.com/office/officeart/2024/layout/BulletTimeline"/>
    <dgm:cxn modelId="{D9CC6625-560D-234A-B859-B39792613756}" type="presParOf" srcId="{5EF37309-E33C-3B42-8775-4B8732106755}" destId="{E0C7763D-00C2-A24F-914A-CD6EB2A20F62}" srcOrd="4" destOrd="0" presId="urn:microsoft.com/office/officeart/2024/layout/BulletTimeline"/>
    <dgm:cxn modelId="{C683C5E3-B1B9-F449-85C5-B111FB886B0F}" type="presParOf" srcId="{E0C7763D-00C2-A24F-914A-CD6EB2A20F62}" destId="{0A7967C0-76E5-F34F-9977-C2C40AE46F60}" srcOrd="0" destOrd="0" presId="urn:microsoft.com/office/officeart/2024/layout/BulletTimeline"/>
    <dgm:cxn modelId="{5C8287EB-AC8E-3D4B-A5C6-DD669AF45CF1}" type="presParOf" srcId="{0A7967C0-76E5-F34F-9977-C2C40AE46F60}" destId="{7204E851-3389-E048-A2C4-D869281096DC}" srcOrd="0" destOrd="0" presId="urn:microsoft.com/office/officeart/2024/layout/BulletTimeline"/>
    <dgm:cxn modelId="{605BA808-BC25-874F-B52A-9EEFE5B384C2}" type="presParOf" srcId="{0A7967C0-76E5-F34F-9977-C2C40AE46F60}" destId="{218CB4AD-444F-A94C-AD4B-57B011DA95C3}" srcOrd="1" destOrd="0" presId="urn:microsoft.com/office/officeart/2024/layout/BulletTimeline"/>
    <dgm:cxn modelId="{778487C9-37AC-764F-92F4-0C018A22FB1A}" type="presParOf" srcId="{E0C7763D-00C2-A24F-914A-CD6EB2A20F62}" destId="{7C3C547F-7C32-224C-B102-0032A2D5D955}" srcOrd="1" destOrd="0" presId="urn:microsoft.com/office/officeart/2024/layout/BulletTimeline"/>
    <dgm:cxn modelId="{F1279087-A74B-E04A-8C9C-A21048FAB9B1}" type="presParOf" srcId="{E0C7763D-00C2-A24F-914A-CD6EB2A20F62}" destId="{6593EC17-D378-0A46-859C-0AA5E8922861}" srcOrd="2" destOrd="0" presId="urn:microsoft.com/office/officeart/2024/layout/BulletTimeline"/>
    <dgm:cxn modelId="{44A95B1C-A7B2-AC48-9A03-8E8C2A054570}" type="presParOf" srcId="{E0C7763D-00C2-A24F-914A-CD6EB2A20F62}" destId="{0D6B7F7D-B436-4F44-AB42-5DCA06F5535B}" srcOrd="3" destOrd="0" presId="urn:microsoft.com/office/officeart/2024/layout/BulletTimeline"/>
    <dgm:cxn modelId="{14FB1615-1CD7-6B47-BC50-88A203C011CE}" type="presParOf" srcId="{E0C7763D-00C2-A24F-914A-CD6EB2A20F62}" destId="{FC4151B6-8138-724B-91D0-F0E07DD35A2B}" srcOrd="4" destOrd="0" presId="urn:microsoft.com/office/officeart/2024/layout/BulletTimeline"/>
    <dgm:cxn modelId="{B79DE3AA-385F-DB4E-BCD3-B94911BDE31A}" type="presParOf" srcId="{FC4151B6-8138-724B-91D0-F0E07DD35A2B}" destId="{D0E430BC-2EC8-EB48-A5AD-EABE5D2ACE66}" srcOrd="0" destOrd="0" presId="urn:microsoft.com/office/officeart/2024/layout/BulletTimeline"/>
    <dgm:cxn modelId="{EAD7592A-08C7-A54A-BD8A-575D24D7C4B1}" type="presParOf" srcId="{E0C7763D-00C2-A24F-914A-CD6EB2A20F62}" destId="{D3D384D5-88BF-AF42-BA63-04DDB73A62B6}" srcOrd="5" destOrd="0" presId="urn:microsoft.com/office/officeart/2024/layout/BulletTimeline"/>
    <dgm:cxn modelId="{BA30E04D-B081-D746-A416-581A80113919}" type="presParOf" srcId="{5EF37309-E33C-3B42-8775-4B8732106755}" destId="{C5261078-08CC-4F4A-9EEF-28D86AFCE2CC}" srcOrd="5" destOrd="0" presId="urn:microsoft.com/office/officeart/2024/layout/BulletTimeline"/>
    <dgm:cxn modelId="{6B6EEF6D-8ED5-2F45-9BA5-672E42F8794D}" type="presParOf" srcId="{5EF37309-E33C-3B42-8775-4B8732106755}" destId="{9C876B76-B89D-354A-861A-05DA8F02C04C}" srcOrd="6" destOrd="0" presId="urn:microsoft.com/office/officeart/2024/layout/BulletTimeline"/>
    <dgm:cxn modelId="{4C2A0826-5E1B-B042-9E11-093D10C32050}" type="presParOf" srcId="{9C876B76-B89D-354A-861A-05DA8F02C04C}" destId="{ED975AA9-83A1-CA46-98F7-CD28C1C6BAB4}" srcOrd="0" destOrd="0" presId="urn:microsoft.com/office/officeart/2024/layout/BulletTimeline"/>
    <dgm:cxn modelId="{B9E225F5-FA0B-B94A-9F1F-F3BB6981A88D}" type="presParOf" srcId="{ED975AA9-83A1-CA46-98F7-CD28C1C6BAB4}" destId="{B9D8D348-A0CC-FD44-AB8F-3ADE117FB7DE}" srcOrd="0" destOrd="0" presId="urn:microsoft.com/office/officeart/2024/layout/BulletTimeline"/>
    <dgm:cxn modelId="{BF3C71A6-5838-C74F-8067-AE8DBE78912A}" type="presParOf" srcId="{ED975AA9-83A1-CA46-98F7-CD28C1C6BAB4}" destId="{23E3835A-076E-EB47-944C-0D283860600D}" srcOrd="1" destOrd="0" presId="urn:microsoft.com/office/officeart/2024/layout/BulletTimeline"/>
    <dgm:cxn modelId="{844BA49C-EA5C-A34A-81B9-FFE49AACD1D8}" type="presParOf" srcId="{9C876B76-B89D-354A-861A-05DA8F02C04C}" destId="{B0CCD9AD-089B-7441-B40D-3A3A3F6F506A}" srcOrd="1" destOrd="0" presId="urn:microsoft.com/office/officeart/2024/layout/BulletTimeline"/>
    <dgm:cxn modelId="{7E11003B-D85A-134A-A8FB-7595E955B031}" type="presParOf" srcId="{9C876B76-B89D-354A-861A-05DA8F02C04C}" destId="{A1E30F83-B149-8441-8312-849465C1A583}" srcOrd="2" destOrd="0" presId="urn:microsoft.com/office/officeart/2024/layout/BulletTimeline"/>
    <dgm:cxn modelId="{6883153D-9407-334E-83B8-B441C2B115BB}" type="presParOf" srcId="{9C876B76-B89D-354A-861A-05DA8F02C04C}" destId="{8EFF8F95-AE79-E246-A133-A0CC143799B0}" srcOrd="3" destOrd="0" presId="urn:microsoft.com/office/officeart/2024/layout/BulletTimeline"/>
    <dgm:cxn modelId="{BBCFDED3-7309-DA41-B3C4-C176AFC6778B}" type="presParOf" srcId="{9C876B76-B89D-354A-861A-05DA8F02C04C}" destId="{9C65B63A-CE98-B14A-8849-7F1AB949695C}" srcOrd="4" destOrd="0" presId="urn:microsoft.com/office/officeart/2024/layout/BulletTimeline"/>
    <dgm:cxn modelId="{29F1D98E-1021-AE4C-A1A7-5598FDB534C8}" type="presParOf" srcId="{9C65B63A-CE98-B14A-8849-7F1AB949695C}" destId="{7074933E-3C3B-9A4F-90A2-F8C833931689}" srcOrd="0" destOrd="0" presId="urn:microsoft.com/office/officeart/2024/layout/BulletTimeline"/>
    <dgm:cxn modelId="{EFE4B1EE-852B-B14F-AE19-1DF2672CA792}" type="presParOf" srcId="{9C876B76-B89D-354A-861A-05DA8F02C04C}" destId="{76BD10EF-B874-FC4D-89D7-E2B97F063F24}" srcOrd="5" destOrd="0" presId="urn:microsoft.com/office/officeart/2024/layout/BulletTimeline"/>
    <dgm:cxn modelId="{CCDDB639-61BF-0E41-8755-C3853F0B215A}" type="presParOf" srcId="{5EF37309-E33C-3B42-8775-4B8732106755}" destId="{3F684248-A237-F445-BB68-8FF35518BFFB}" srcOrd="7" destOrd="0" presId="urn:microsoft.com/office/officeart/2024/layout/BulletTimeline"/>
    <dgm:cxn modelId="{4A02EF61-A216-654B-8880-AFFFC996BB16}" type="presParOf" srcId="{5EF37309-E33C-3B42-8775-4B8732106755}" destId="{D241D22A-6193-9145-9F27-52E0DAECC50B}" srcOrd="8" destOrd="0" presId="urn:microsoft.com/office/officeart/2024/layout/BulletTimeline"/>
    <dgm:cxn modelId="{B1DCF74E-552B-D74A-A682-02215B612A62}" type="presParOf" srcId="{D241D22A-6193-9145-9F27-52E0DAECC50B}" destId="{36397C13-B7B0-714F-87F7-8F99DCD00EDB}" srcOrd="0" destOrd="0" presId="urn:microsoft.com/office/officeart/2024/layout/BulletTimeline"/>
    <dgm:cxn modelId="{21EBDB25-DC58-774D-81A2-35F1E9AF2EFF}" type="presParOf" srcId="{36397C13-B7B0-714F-87F7-8F99DCD00EDB}" destId="{1D3CB062-4B5E-C94B-B973-49BC49B6812E}" srcOrd="0" destOrd="0" presId="urn:microsoft.com/office/officeart/2024/layout/BulletTimeline"/>
    <dgm:cxn modelId="{1C9EFC2F-6D02-B54F-8F20-4896B7103B7B}" type="presParOf" srcId="{36397C13-B7B0-714F-87F7-8F99DCD00EDB}" destId="{BEB8B445-4A5D-964D-9656-2FEB26E5BF2F}" srcOrd="1" destOrd="0" presId="urn:microsoft.com/office/officeart/2024/layout/BulletTimeline"/>
    <dgm:cxn modelId="{8A8E206A-F131-0743-AD4C-E3F9C023B406}" type="presParOf" srcId="{D241D22A-6193-9145-9F27-52E0DAECC50B}" destId="{1FFACADC-F4B0-4B47-8BA3-F5A7DA855A8F}" srcOrd="1" destOrd="0" presId="urn:microsoft.com/office/officeart/2024/layout/BulletTimeline"/>
    <dgm:cxn modelId="{0E3D96D7-8784-8741-AD3C-3CEECCB38232}" type="presParOf" srcId="{D241D22A-6193-9145-9F27-52E0DAECC50B}" destId="{2371374B-E366-A74E-AD72-7CD06F2426A2}" srcOrd="2" destOrd="0" presId="urn:microsoft.com/office/officeart/2024/layout/BulletTimeline"/>
    <dgm:cxn modelId="{32D154BF-5E46-4846-8EB7-AD59EA03225D}" type="presParOf" srcId="{D241D22A-6193-9145-9F27-52E0DAECC50B}" destId="{5EDEAB5F-55A2-D445-BB38-30311647B2E1}" srcOrd="3" destOrd="0" presId="urn:microsoft.com/office/officeart/2024/layout/BulletTimeline"/>
    <dgm:cxn modelId="{AB0BB918-EBFB-DA4B-877E-8DE6676089E6}" type="presParOf" srcId="{D241D22A-6193-9145-9F27-52E0DAECC50B}" destId="{678432DF-DA8D-8B4B-9A18-A75EBDA1905B}" srcOrd="4" destOrd="0" presId="urn:microsoft.com/office/officeart/2024/layout/BulletTimeline"/>
    <dgm:cxn modelId="{E83EF7CB-40FF-C24D-B49A-ADE8B61D9865}" type="presParOf" srcId="{678432DF-DA8D-8B4B-9A18-A75EBDA1905B}" destId="{52E982ED-BD4A-D74F-9DED-18447564159F}" srcOrd="0" destOrd="0" presId="urn:microsoft.com/office/officeart/2024/layout/BulletTimeline"/>
    <dgm:cxn modelId="{D4242654-D43D-DD45-9BED-B9BB005DAA28}" type="presParOf" srcId="{D241D22A-6193-9145-9F27-52E0DAECC50B}" destId="{4D44D470-5A4F-744B-BACF-36107129F248}" srcOrd="5" destOrd="0" presId="urn:microsoft.com/office/officeart/2024/layout/BulletTimeline"/>
    <dgm:cxn modelId="{1956D3F8-128C-994A-9C33-3C71E0EFA340}" type="presParOf" srcId="{5EF37309-E33C-3B42-8775-4B8732106755}" destId="{516C1406-6701-004E-8FAF-17A5DF652588}" srcOrd="9" destOrd="0" presId="urn:microsoft.com/office/officeart/2024/layout/BulletTimeline"/>
    <dgm:cxn modelId="{D539C5BA-A4F3-624E-894E-DA78368E2BF4}" type="presParOf" srcId="{5EF37309-E33C-3B42-8775-4B8732106755}" destId="{0199D3CD-F275-8545-8834-65E8CF3EA0BE}" srcOrd="10" destOrd="0" presId="urn:microsoft.com/office/officeart/2024/layout/BulletTimeline"/>
    <dgm:cxn modelId="{403EA319-490F-C64B-B6C8-F4FC6BD5BEE4}" type="presParOf" srcId="{0199D3CD-F275-8545-8834-65E8CF3EA0BE}" destId="{239D8D3C-50AD-0044-AB48-159B98CFE9C3}" srcOrd="0" destOrd="0" presId="urn:microsoft.com/office/officeart/2024/layout/BulletTimeline"/>
    <dgm:cxn modelId="{C8174079-41CB-0B47-9168-9D887DC2CFB5}" type="presParOf" srcId="{239D8D3C-50AD-0044-AB48-159B98CFE9C3}" destId="{E312EBE8-EBA9-BD4A-98EE-A5C68E841C02}" srcOrd="0" destOrd="0" presId="urn:microsoft.com/office/officeart/2024/layout/BulletTimeline"/>
    <dgm:cxn modelId="{BCAB9084-7976-6244-A1E7-B22F36AB0C54}" type="presParOf" srcId="{239D8D3C-50AD-0044-AB48-159B98CFE9C3}" destId="{F272D087-E571-E249-A2DE-82455187CB7C}" srcOrd="1" destOrd="0" presId="urn:microsoft.com/office/officeart/2024/layout/BulletTimeline"/>
    <dgm:cxn modelId="{BFFFA2F1-CC5B-7F46-BA0C-DFE1AA5DAE4D}" type="presParOf" srcId="{0199D3CD-F275-8545-8834-65E8CF3EA0BE}" destId="{46211D05-FAF2-F545-8DC7-4F53C3487F6A}" srcOrd="1" destOrd="0" presId="urn:microsoft.com/office/officeart/2024/layout/BulletTimeline"/>
    <dgm:cxn modelId="{B4AFD2CD-61DF-BA4A-80C0-AC729CF0030B}" type="presParOf" srcId="{0199D3CD-F275-8545-8834-65E8CF3EA0BE}" destId="{C0107291-5638-7D48-8A50-194A478E2BEA}" srcOrd="2" destOrd="0" presId="urn:microsoft.com/office/officeart/2024/layout/BulletTimeline"/>
    <dgm:cxn modelId="{7D3A8AB9-2164-C84A-8425-FE144D0BB207}" type="presParOf" srcId="{0199D3CD-F275-8545-8834-65E8CF3EA0BE}" destId="{AEE39DC2-DBBF-BE44-A256-4853EA8343E3}" srcOrd="3" destOrd="0" presId="urn:microsoft.com/office/officeart/2024/layout/BulletTimeline"/>
    <dgm:cxn modelId="{A281EB19-F424-894E-8B3F-A1ED953F27CC}" type="presParOf" srcId="{0199D3CD-F275-8545-8834-65E8CF3EA0BE}" destId="{752824BD-41F7-FB4E-AE1F-15FA75419AFC}" srcOrd="4" destOrd="0" presId="urn:microsoft.com/office/officeart/2024/layout/BulletTimeline"/>
    <dgm:cxn modelId="{A7E833E9-C9D4-DA43-B31A-30BDCABE225E}" type="presParOf" srcId="{752824BD-41F7-FB4E-AE1F-15FA75419AFC}" destId="{6CFCC769-4EED-7E4A-89BD-9618D5700013}" srcOrd="0" destOrd="0" presId="urn:microsoft.com/office/officeart/2024/layout/BulletTimeline"/>
    <dgm:cxn modelId="{B7ECB281-22F7-0D49-ABF3-E28D5A7A71A7}" type="presParOf" srcId="{0199D3CD-F275-8545-8834-65E8CF3EA0BE}" destId="{E8A8B981-4084-AD42-AC76-5AAED0F25564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2F743-3F14-7A41-9E4C-DA3B45E54688}">
      <dsp:nvSpPr>
        <dsp:cNvPr id="0" name=""/>
        <dsp:cNvSpPr/>
      </dsp:nvSpPr>
      <dsp:spPr>
        <a:xfrm>
          <a:off x="0" y="2682240"/>
          <a:ext cx="8095488" cy="5418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D5E24E-E235-C74C-A166-D8D861CA8FDC}">
      <dsp:nvSpPr>
        <dsp:cNvPr id="0" name=""/>
        <dsp:cNvSpPr/>
      </dsp:nvSpPr>
      <dsp:spPr>
        <a:xfrm>
          <a:off x="7802879" y="2492586"/>
          <a:ext cx="325120" cy="433493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EC680A-37F8-A142-AB14-3A43FB8F8A94}">
      <dsp:nvSpPr>
        <dsp:cNvPr id="0" name=""/>
        <dsp:cNvSpPr/>
      </dsp:nvSpPr>
      <dsp:spPr>
        <a:xfrm>
          <a:off x="615473" y="1235456"/>
          <a:ext cx="1707237" cy="1257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Language modeled using word frequencies and statistics.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Methods like n-grams and TF-IDF became foundational.</a:t>
          </a:r>
        </a:p>
      </dsp:txBody>
      <dsp:txXfrm>
        <a:off x="615473" y="1235456"/>
        <a:ext cx="1707237" cy="1257130"/>
      </dsp:txXfrm>
    </dsp:sp>
    <dsp:sp modelId="{15483C15-31F7-6847-8121-DD069475A32A}">
      <dsp:nvSpPr>
        <dsp:cNvPr id="0" name=""/>
        <dsp:cNvSpPr/>
      </dsp:nvSpPr>
      <dsp:spPr>
        <a:xfrm>
          <a:off x="615473" y="585216"/>
          <a:ext cx="1707237" cy="65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1950 – 2000s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Statistical NLP</a:t>
          </a:r>
        </a:p>
      </dsp:txBody>
      <dsp:txXfrm>
        <a:off x="615473" y="585216"/>
        <a:ext cx="1707237" cy="650240"/>
      </dsp:txXfrm>
    </dsp:sp>
    <dsp:sp modelId="{8281F05B-5706-DA4F-8DEC-ACE842A1A022}">
      <dsp:nvSpPr>
        <dsp:cNvPr id="0" name=""/>
        <dsp:cNvSpPr/>
      </dsp:nvSpPr>
      <dsp:spPr>
        <a:xfrm>
          <a:off x="289030" y="541866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6B90E0-7239-AE4B-BE6B-9AF2652C4A35}">
      <dsp:nvSpPr>
        <dsp:cNvPr id="0" name=""/>
        <dsp:cNvSpPr/>
      </dsp:nvSpPr>
      <dsp:spPr>
        <a:xfrm>
          <a:off x="1776332" y="3814741"/>
          <a:ext cx="1707237" cy="1018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Word2Vec and </a:t>
          </a:r>
          <a:r>
            <a:rPr lang="en-US" sz="1200" kern="1200" dirty="0" err="1"/>
            <a:t>GloVe</a:t>
          </a:r>
          <a:r>
            <a:rPr lang="en-US" sz="1200" kern="1200" dirty="0"/>
            <a:t> produce dense vector embeddings.</a:t>
          </a:r>
        </a:p>
      </dsp:txBody>
      <dsp:txXfrm>
        <a:off x="1776332" y="3814741"/>
        <a:ext cx="1707237" cy="1018709"/>
      </dsp:txXfrm>
    </dsp:sp>
    <dsp:sp modelId="{59EDE8B7-26D9-8C4E-B39A-E30B14D16BDA}">
      <dsp:nvSpPr>
        <dsp:cNvPr id="0" name=""/>
        <dsp:cNvSpPr/>
      </dsp:nvSpPr>
      <dsp:spPr>
        <a:xfrm>
          <a:off x="1776332" y="3142826"/>
          <a:ext cx="1707237" cy="6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2013 – 2014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Embeddings</a:t>
          </a:r>
        </a:p>
      </dsp:txBody>
      <dsp:txXfrm>
        <a:off x="1776332" y="3142826"/>
        <a:ext cx="1707237" cy="671914"/>
      </dsp:txXfrm>
    </dsp:sp>
    <dsp:sp modelId="{DD12CC13-FC2C-AB42-AC7E-A58555C5C253}">
      <dsp:nvSpPr>
        <dsp:cNvPr id="0" name=""/>
        <dsp:cNvSpPr/>
      </dsp:nvSpPr>
      <dsp:spPr>
        <a:xfrm>
          <a:off x="1449889" y="2709333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03FCAC-EB66-5448-81ED-CE6A33F0698E}">
      <dsp:nvSpPr>
        <dsp:cNvPr id="0" name=""/>
        <dsp:cNvSpPr/>
      </dsp:nvSpPr>
      <dsp:spPr>
        <a:xfrm>
          <a:off x="208379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CF7AF-545F-2943-AC05-B4BC3B9BA13C}">
      <dsp:nvSpPr>
        <dsp:cNvPr id="0" name=""/>
        <dsp:cNvSpPr/>
      </dsp:nvSpPr>
      <dsp:spPr>
        <a:xfrm>
          <a:off x="1369238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C547F-7C32-224C-B102-0032A2D5D955}">
      <dsp:nvSpPr>
        <dsp:cNvPr id="0" name=""/>
        <dsp:cNvSpPr/>
      </dsp:nvSpPr>
      <dsp:spPr>
        <a:xfrm>
          <a:off x="2937192" y="1235456"/>
          <a:ext cx="1707237" cy="1257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Recurrent neural networks process text sequentially.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LSTMs significantly improve language modeling tasks.</a:t>
          </a:r>
        </a:p>
      </dsp:txBody>
      <dsp:txXfrm>
        <a:off x="2937192" y="1235456"/>
        <a:ext cx="1707237" cy="1257130"/>
      </dsp:txXfrm>
    </dsp:sp>
    <dsp:sp modelId="{6593EC17-D378-0A46-859C-0AA5E8922861}">
      <dsp:nvSpPr>
        <dsp:cNvPr id="0" name=""/>
        <dsp:cNvSpPr/>
      </dsp:nvSpPr>
      <dsp:spPr>
        <a:xfrm>
          <a:off x="2937192" y="585216"/>
          <a:ext cx="1707237" cy="65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2014 – 2016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RNNs / LSTMs</a:t>
          </a:r>
        </a:p>
      </dsp:txBody>
      <dsp:txXfrm>
        <a:off x="2937192" y="585216"/>
        <a:ext cx="1707237" cy="650240"/>
      </dsp:txXfrm>
    </dsp:sp>
    <dsp:sp modelId="{0D6B7F7D-B436-4F44-AB42-5DCA06F5535B}">
      <dsp:nvSpPr>
        <dsp:cNvPr id="0" name=""/>
        <dsp:cNvSpPr/>
      </dsp:nvSpPr>
      <dsp:spPr>
        <a:xfrm>
          <a:off x="2610749" y="541866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CD9AD-089B-7441-B40D-3A3A3F6F506A}">
      <dsp:nvSpPr>
        <dsp:cNvPr id="0" name=""/>
        <dsp:cNvSpPr/>
      </dsp:nvSpPr>
      <dsp:spPr>
        <a:xfrm>
          <a:off x="4098051" y="3814741"/>
          <a:ext cx="1707237" cy="1018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Replaced recurrence with self-attention enabling massively parallel training.</a:t>
          </a:r>
        </a:p>
      </dsp:txBody>
      <dsp:txXfrm>
        <a:off x="4098051" y="3814741"/>
        <a:ext cx="1707237" cy="1018709"/>
      </dsp:txXfrm>
    </dsp:sp>
    <dsp:sp modelId="{A1E30F83-B149-8441-8312-849465C1A583}">
      <dsp:nvSpPr>
        <dsp:cNvPr id="0" name=""/>
        <dsp:cNvSpPr/>
      </dsp:nvSpPr>
      <dsp:spPr>
        <a:xfrm>
          <a:off x="4098051" y="3142826"/>
          <a:ext cx="1707237" cy="6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2017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Transformer</a:t>
          </a:r>
        </a:p>
      </dsp:txBody>
      <dsp:txXfrm>
        <a:off x="4098051" y="3142826"/>
        <a:ext cx="1707237" cy="671914"/>
      </dsp:txXfrm>
    </dsp:sp>
    <dsp:sp modelId="{8EFF8F95-AE79-E246-A133-A0CC143799B0}">
      <dsp:nvSpPr>
        <dsp:cNvPr id="0" name=""/>
        <dsp:cNvSpPr/>
      </dsp:nvSpPr>
      <dsp:spPr>
        <a:xfrm>
          <a:off x="3771608" y="2709333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430BC-2EC8-EB48-A5AD-EABE5D2ACE66}">
      <dsp:nvSpPr>
        <dsp:cNvPr id="0" name=""/>
        <dsp:cNvSpPr/>
      </dsp:nvSpPr>
      <dsp:spPr>
        <a:xfrm>
          <a:off x="2530098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4933E-3C3B-9A4F-90A2-F8C833931689}">
      <dsp:nvSpPr>
        <dsp:cNvPr id="0" name=""/>
        <dsp:cNvSpPr/>
      </dsp:nvSpPr>
      <dsp:spPr>
        <a:xfrm>
          <a:off x="3690957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ACADC-F4B0-4B47-8BA3-F5A7DA855A8F}">
      <dsp:nvSpPr>
        <dsp:cNvPr id="0" name=""/>
        <dsp:cNvSpPr/>
      </dsp:nvSpPr>
      <dsp:spPr>
        <a:xfrm>
          <a:off x="5258910" y="1235456"/>
          <a:ext cx="1707237" cy="1257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One of the first contextual embeddings, replacing per-word fixed embeddings.</a:t>
          </a:r>
        </a:p>
      </dsp:txBody>
      <dsp:txXfrm>
        <a:off x="5258910" y="1235456"/>
        <a:ext cx="1707237" cy="1257130"/>
      </dsp:txXfrm>
    </dsp:sp>
    <dsp:sp modelId="{2371374B-E366-A74E-AD72-7CD06F2426A2}">
      <dsp:nvSpPr>
        <dsp:cNvPr id="0" name=""/>
        <dsp:cNvSpPr/>
      </dsp:nvSpPr>
      <dsp:spPr>
        <a:xfrm>
          <a:off x="5258910" y="585216"/>
          <a:ext cx="1707237" cy="65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2018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 err="1"/>
            <a:t>ELMo</a:t>
          </a:r>
          <a:endParaRPr lang="en-US" sz="1700" kern="1200" dirty="0"/>
        </a:p>
      </dsp:txBody>
      <dsp:txXfrm>
        <a:off x="5258910" y="585216"/>
        <a:ext cx="1707237" cy="650240"/>
      </dsp:txXfrm>
    </dsp:sp>
    <dsp:sp modelId="{5EDEAB5F-55A2-D445-BB38-30311647B2E1}">
      <dsp:nvSpPr>
        <dsp:cNvPr id="0" name=""/>
        <dsp:cNvSpPr/>
      </dsp:nvSpPr>
      <dsp:spPr>
        <a:xfrm>
          <a:off x="4932467" y="541866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211D05-FAF2-F545-8DC7-4F53C3487F6A}">
      <dsp:nvSpPr>
        <dsp:cNvPr id="0" name=""/>
        <dsp:cNvSpPr/>
      </dsp:nvSpPr>
      <dsp:spPr>
        <a:xfrm>
          <a:off x="6419770" y="3814741"/>
          <a:ext cx="1707237" cy="1018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Transformer-based pretraining language models, laying the foundation for modern LLMs.</a:t>
          </a:r>
        </a:p>
      </dsp:txBody>
      <dsp:txXfrm>
        <a:off x="6419770" y="3814741"/>
        <a:ext cx="1707237" cy="1018709"/>
      </dsp:txXfrm>
    </dsp:sp>
    <dsp:sp modelId="{C0107291-5638-7D48-8A50-194A478E2BEA}">
      <dsp:nvSpPr>
        <dsp:cNvPr id="0" name=""/>
        <dsp:cNvSpPr/>
      </dsp:nvSpPr>
      <dsp:spPr>
        <a:xfrm>
          <a:off x="6419770" y="3142826"/>
          <a:ext cx="1707237" cy="6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2018 – 2020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BERT / GPT</a:t>
          </a:r>
        </a:p>
      </dsp:txBody>
      <dsp:txXfrm>
        <a:off x="6419770" y="3142826"/>
        <a:ext cx="1707237" cy="671914"/>
      </dsp:txXfrm>
    </dsp:sp>
    <dsp:sp modelId="{AEE39DC2-DBBF-BE44-A256-4853EA8343E3}">
      <dsp:nvSpPr>
        <dsp:cNvPr id="0" name=""/>
        <dsp:cNvSpPr/>
      </dsp:nvSpPr>
      <dsp:spPr>
        <a:xfrm>
          <a:off x="6093327" y="2709333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E982ED-BD4A-D74F-9DED-18447564159F}">
      <dsp:nvSpPr>
        <dsp:cNvPr id="0" name=""/>
        <dsp:cNvSpPr/>
      </dsp:nvSpPr>
      <dsp:spPr>
        <a:xfrm>
          <a:off x="4851817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CC769-4EED-7E4A-89BD-9618D5700013}">
      <dsp:nvSpPr>
        <dsp:cNvPr id="0" name=""/>
        <dsp:cNvSpPr/>
      </dsp:nvSpPr>
      <dsp:spPr>
        <a:xfrm>
          <a:off x="6012676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2F743-3F14-7A41-9E4C-DA3B45E54688}">
      <dsp:nvSpPr>
        <dsp:cNvPr id="0" name=""/>
        <dsp:cNvSpPr/>
      </dsp:nvSpPr>
      <dsp:spPr>
        <a:xfrm>
          <a:off x="0" y="2682240"/>
          <a:ext cx="8095488" cy="5418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D5E24E-E235-C74C-A166-D8D861CA8FDC}">
      <dsp:nvSpPr>
        <dsp:cNvPr id="0" name=""/>
        <dsp:cNvSpPr/>
      </dsp:nvSpPr>
      <dsp:spPr>
        <a:xfrm>
          <a:off x="7802879" y="2492586"/>
          <a:ext cx="325120" cy="433493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EC680A-37F8-A142-AB14-3A43FB8F8A94}">
      <dsp:nvSpPr>
        <dsp:cNvPr id="0" name=""/>
        <dsp:cNvSpPr/>
      </dsp:nvSpPr>
      <dsp:spPr>
        <a:xfrm>
          <a:off x="615473" y="1235456"/>
          <a:ext cx="1707237" cy="1257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LeCun describes a modern CNN architecture.</a:t>
          </a:r>
        </a:p>
      </dsp:txBody>
      <dsp:txXfrm>
        <a:off x="615473" y="1235456"/>
        <a:ext cx="1707237" cy="1257130"/>
      </dsp:txXfrm>
    </dsp:sp>
    <dsp:sp modelId="{15483C15-31F7-6847-8121-DD069475A32A}">
      <dsp:nvSpPr>
        <dsp:cNvPr id="0" name=""/>
        <dsp:cNvSpPr/>
      </dsp:nvSpPr>
      <dsp:spPr>
        <a:xfrm>
          <a:off x="615473" y="585216"/>
          <a:ext cx="1707237" cy="65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1998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LeNet</a:t>
          </a:r>
        </a:p>
      </dsp:txBody>
      <dsp:txXfrm>
        <a:off x="615473" y="585216"/>
        <a:ext cx="1707237" cy="650240"/>
      </dsp:txXfrm>
    </dsp:sp>
    <dsp:sp modelId="{8281F05B-5706-DA4F-8DEC-ACE842A1A022}">
      <dsp:nvSpPr>
        <dsp:cNvPr id="0" name=""/>
        <dsp:cNvSpPr/>
      </dsp:nvSpPr>
      <dsp:spPr>
        <a:xfrm>
          <a:off x="289030" y="541866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6B90E0-7239-AE4B-BE6B-9AF2652C4A35}">
      <dsp:nvSpPr>
        <dsp:cNvPr id="0" name=""/>
        <dsp:cNvSpPr/>
      </dsp:nvSpPr>
      <dsp:spPr>
        <a:xfrm>
          <a:off x="1776332" y="3814741"/>
          <a:ext cx="1707237" cy="1018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Destroyed ImageNet competition.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Increased depth, GPU training, smart optimizer, dropout, </a:t>
          </a:r>
          <a:r>
            <a:rPr lang="en-US" sz="1200" kern="1200" dirty="0" err="1"/>
            <a:t>ReLU</a:t>
          </a:r>
          <a:r>
            <a:rPr lang="en-US" sz="1200" kern="1200" dirty="0"/>
            <a:t>.</a:t>
          </a:r>
        </a:p>
      </dsp:txBody>
      <dsp:txXfrm>
        <a:off x="1776332" y="3814741"/>
        <a:ext cx="1707237" cy="1018709"/>
      </dsp:txXfrm>
    </dsp:sp>
    <dsp:sp modelId="{59EDE8B7-26D9-8C4E-B39A-E30B14D16BDA}">
      <dsp:nvSpPr>
        <dsp:cNvPr id="0" name=""/>
        <dsp:cNvSpPr/>
      </dsp:nvSpPr>
      <dsp:spPr>
        <a:xfrm>
          <a:off x="1776332" y="3142826"/>
          <a:ext cx="1707237" cy="6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2012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 err="1"/>
            <a:t>AlexNet</a:t>
          </a:r>
          <a:endParaRPr lang="en-US" sz="1700" kern="1200" dirty="0"/>
        </a:p>
      </dsp:txBody>
      <dsp:txXfrm>
        <a:off x="1776332" y="3142826"/>
        <a:ext cx="1707237" cy="671914"/>
      </dsp:txXfrm>
    </dsp:sp>
    <dsp:sp modelId="{DD12CC13-FC2C-AB42-AC7E-A58555C5C253}">
      <dsp:nvSpPr>
        <dsp:cNvPr id="0" name=""/>
        <dsp:cNvSpPr/>
      </dsp:nvSpPr>
      <dsp:spPr>
        <a:xfrm>
          <a:off x="1449889" y="2709333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03FCAC-EB66-5448-81ED-CE6A33F0698E}">
      <dsp:nvSpPr>
        <dsp:cNvPr id="0" name=""/>
        <dsp:cNvSpPr/>
      </dsp:nvSpPr>
      <dsp:spPr>
        <a:xfrm>
          <a:off x="208379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CF7AF-545F-2943-AC05-B4BC3B9BA13C}">
      <dsp:nvSpPr>
        <dsp:cNvPr id="0" name=""/>
        <dsp:cNvSpPr/>
      </dsp:nvSpPr>
      <dsp:spPr>
        <a:xfrm>
          <a:off x="1369238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C547F-7C32-224C-B102-0032A2D5D955}">
      <dsp:nvSpPr>
        <dsp:cNvPr id="0" name=""/>
        <dsp:cNvSpPr/>
      </dsp:nvSpPr>
      <dsp:spPr>
        <a:xfrm>
          <a:off x="2937192" y="1235456"/>
          <a:ext cx="1707237" cy="1257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Showed deep networks with simple convolutions improve performance.</a:t>
          </a:r>
        </a:p>
      </dsp:txBody>
      <dsp:txXfrm>
        <a:off x="2937192" y="1235456"/>
        <a:ext cx="1707237" cy="1257130"/>
      </dsp:txXfrm>
    </dsp:sp>
    <dsp:sp modelId="{6593EC17-D378-0A46-859C-0AA5E8922861}">
      <dsp:nvSpPr>
        <dsp:cNvPr id="0" name=""/>
        <dsp:cNvSpPr/>
      </dsp:nvSpPr>
      <dsp:spPr>
        <a:xfrm>
          <a:off x="2937192" y="585216"/>
          <a:ext cx="1707237" cy="65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2014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VGG</a:t>
          </a:r>
        </a:p>
      </dsp:txBody>
      <dsp:txXfrm>
        <a:off x="2937192" y="585216"/>
        <a:ext cx="1707237" cy="650240"/>
      </dsp:txXfrm>
    </dsp:sp>
    <dsp:sp modelId="{0D6B7F7D-B436-4F44-AB42-5DCA06F5535B}">
      <dsp:nvSpPr>
        <dsp:cNvPr id="0" name=""/>
        <dsp:cNvSpPr/>
      </dsp:nvSpPr>
      <dsp:spPr>
        <a:xfrm>
          <a:off x="2610749" y="541866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CD9AD-089B-7441-B40D-3A3A3F6F506A}">
      <dsp:nvSpPr>
        <dsp:cNvPr id="0" name=""/>
        <dsp:cNvSpPr/>
      </dsp:nvSpPr>
      <dsp:spPr>
        <a:xfrm>
          <a:off x="4098051" y="3814741"/>
          <a:ext cx="1707237" cy="1018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Introduced residual (skip) connections, enabling extremely deep networks.</a:t>
          </a:r>
        </a:p>
      </dsp:txBody>
      <dsp:txXfrm>
        <a:off x="4098051" y="3814741"/>
        <a:ext cx="1707237" cy="1018709"/>
      </dsp:txXfrm>
    </dsp:sp>
    <dsp:sp modelId="{A1E30F83-B149-8441-8312-849465C1A583}">
      <dsp:nvSpPr>
        <dsp:cNvPr id="0" name=""/>
        <dsp:cNvSpPr/>
      </dsp:nvSpPr>
      <dsp:spPr>
        <a:xfrm>
          <a:off x="4098051" y="3142826"/>
          <a:ext cx="1707237" cy="6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2015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 err="1"/>
            <a:t>ResNet</a:t>
          </a:r>
          <a:endParaRPr lang="en-US" sz="1700" kern="1200" dirty="0"/>
        </a:p>
      </dsp:txBody>
      <dsp:txXfrm>
        <a:off x="4098051" y="3142826"/>
        <a:ext cx="1707237" cy="671914"/>
      </dsp:txXfrm>
    </dsp:sp>
    <dsp:sp modelId="{8EFF8F95-AE79-E246-A133-A0CC143799B0}">
      <dsp:nvSpPr>
        <dsp:cNvPr id="0" name=""/>
        <dsp:cNvSpPr/>
      </dsp:nvSpPr>
      <dsp:spPr>
        <a:xfrm>
          <a:off x="3771608" y="2709333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430BC-2EC8-EB48-A5AD-EABE5D2ACE66}">
      <dsp:nvSpPr>
        <dsp:cNvPr id="0" name=""/>
        <dsp:cNvSpPr/>
      </dsp:nvSpPr>
      <dsp:spPr>
        <a:xfrm>
          <a:off x="2530098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4933E-3C3B-9A4F-90A2-F8C833931689}">
      <dsp:nvSpPr>
        <dsp:cNvPr id="0" name=""/>
        <dsp:cNvSpPr/>
      </dsp:nvSpPr>
      <dsp:spPr>
        <a:xfrm>
          <a:off x="3690957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ACADC-F4B0-4B47-8BA3-F5A7DA855A8F}">
      <dsp:nvSpPr>
        <dsp:cNvPr id="0" name=""/>
        <dsp:cNvSpPr/>
      </dsp:nvSpPr>
      <dsp:spPr>
        <a:xfrm>
          <a:off x="5258910" y="1235456"/>
          <a:ext cx="1707237" cy="1257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Compound scaling method of network width, depth, and resolution.</a:t>
          </a:r>
        </a:p>
      </dsp:txBody>
      <dsp:txXfrm>
        <a:off x="5258910" y="1235456"/>
        <a:ext cx="1707237" cy="1257130"/>
      </dsp:txXfrm>
    </dsp:sp>
    <dsp:sp modelId="{2371374B-E366-A74E-AD72-7CD06F2426A2}">
      <dsp:nvSpPr>
        <dsp:cNvPr id="0" name=""/>
        <dsp:cNvSpPr/>
      </dsp:nvSpPr>
      <dsp:spPr>
        <a:xfrm>
          <a:off x="5258910" y="585216"/>
          <a:ext cx="1707237" cy="65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2019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 err="1"/>
            <a:t>EfficientNet</a:t>
          </a:r>
          <a:endParaRPr lang="en-US" sz="1700" kern="1200" dirty="0"/>
        </a:p>
      </dsp:txBody>
      <dsp:txXfrm>
        <a:off x="5258910" y="585216"/>
        <a:ext cx="1707237" cy="650240"/>
      </dsp:txXfrm>
    </dsp:sp>
    <dsp:sp modelId="{5EDEAB5F-55A2-D445-BB38-30311647B2E1}">
      <dsp:nvSpPr>
        <dsp:cNvPr id="0" name=""/>
        <dsp:cNvSpPr/>
      </dsp:nvSpPr>
      <dsp:spPr>
        <a:xfrm>
          <a:off x="4932467" y="541866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211D05-FAF2-F545-8DC7-4F53C3487F6A}">
      <dsp:nvSpPr>
        <dsp:cNvPr id="0" name=""/>
        <dsp:cNvSpPr/>
      </dsp:nvSpPr>
      <dsp:spPr>
        <a:xfrm>
          <a:off x="6419770" y="3814741"/>
          <a:ext cx="1707237" cy="1018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Applied the transformer architecture from NLP directly to images.</a:t>
          </a:r>
        </a:p>
      </dsp:txBody>
      <dsp:txXfrm>
        <a:off x="6419770" y="3814741"/>
        <a:ext cx="1707237" cy="1018709"/>
      </dsp:txXfrm>
    </dsp:sp>
    <dsp:sp modelId="{C0107291-5638-7D48-8A50-194A478E2BEA}">
      <dsp:nvSpPr>
        <dsp:cNvPr id="0" name=""/>
        <dsp:cNvSpPr/>
      </dsp:nvSpPr>
      <dsp:spPr>
        <a:xfrm>
          <a:off x="6419770" y="3142826"/>
          <a:ext cx="1707237" cy="6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2020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 err="1"/>
            <a:t>ViT</a:t>
          </a:r>
          <a:endParaRPr lang="en-US" sz="1700" kern="1200" dirty="0"/>
        </a:p>
      </dsp:txBody>
      <dsp:txXfrm>
        <a:off x="6419770" y="3142826"/>
        <a:ext cx="1707237" cy="671914"/>
      </dsp:txXfrm>
    </dsp:sp>
    <dsp:sp modelId="{AEE39DC2-DBBF-BE44-A256-4853EA8343E3}">
      <dsp:nvSpPr>
        <dsp:cNvPr id="0" name=""/>
        <dsp:cNvSpPr/>
      </dsp:nvSpPr>
      <dsp:spPr>
        <a:xfrm>
          <a:off x="6093327" y="2709333"/>
          <a:ext cx="38405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E982ED-BD4A-D74F-9DED-18447564159F}">
      <dsp:nvSpPr>
        <dsp:cNvPr id="0" name=""/>
        <dsp:cNvSpPr/>
      </dsp:nvSpPr>
      <dsp:spPr>
        <a:xfrm>
          <a:off x="4851817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CC769-4EED-7E4A-89BD-9618D5700013}">
      <dsp:nvSpPr>
        <dsp:cNvPr id="0" name=""/>
        <dsp:cNvSpPr/>
      </dsp:nvSpPr>
      <dsp:spPr>
        <a:xfrm>
          <a:off x="6012676" y="2609480"/>
          <a:ext cx="199706" cy="1997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67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9F368-8B11-8CCF-8E2F-6603B140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7C430-6D81-C1C3-F765-9EF410292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B6358-D70E-9948-E6C5-8FB758DE0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C89E-09CF-48CE-B244-01F68D96D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5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4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4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4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4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4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4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4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4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4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4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4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jpg"/><Relationship Id="rId5" Type="http://schemas.openxmlformats.org/officeDocument/2006/relationships/image" Target="../media/image57.png"/><Relationship Id="rId4" Type="http://schemas.openxmlformats.org/officeDocument/2006/relationships/image" Target="../media/image56.jp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14 AUG 2026</a:t>
            </a:r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FB75-C3F7-D3B7-D987-0E8C1E26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7C10-2B7A-F02C-E28F-8E92CB12E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8" y="1600200"/>
            <a:ext cx="10662077" cy="4572000"/>
          </a:xfrm>
        </p:spPr>
        <p:txBody>
          <a:bodyPr/>
          <a:lstStyle/>
          <a:p>
            <a:r>
              <a:rPr lang="en-US" dirty="0"/>
              <a:t>Describe how an artificial neuron extends logistic regression.</a:t>
            </a:r>
          </a:p>
          <a:p>
            <a:r>
              <a:rPr lang="en-US" dirty="0"/>
              <a:t>Explain how neural networks work.</a:t>
            </a:r>
          </a:p>
          <a:p>
            <a:r>
              <a:rPr lang="en-US" dirty="0"/>
              <a:t>Identify different deep learning architectures for domain-specific problems.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B3703-CED1-1330-2097-54A7C10D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437C8-AE0B-E30E-A116-6DA025BBB3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97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BFC1-34EF-0FFD-8EFB-ED2A5BC99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A7F761C-C665-5307-AD18-65EA7BBF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76" y="2971800"/>
            <a:ext cx="10516447" cy="914400"/>
          </a:xfrm>
        </p:spPr>
        <p:txBody>
          <a:bodyPr anchor="ctr"/>
          <a:lstStyle/>
          <a:p>
            <a:pPr algn="ctr"/>
            <a:r>
              <a:rPr lang="en-US" dirty="0"/>
              <a:t>Part 1: Neural networks and deep learning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E725B3-BB6C-433C-B56B-AB236E36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15048-5448-D566-5F4B-BCEA693DC4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8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F8EE-1662-954F-973E-8D51CDFC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A396A-95FA-62D8-B0DE-C030EFF3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13178-447B-0570-C11E-7E1CBF3EF8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51D57FF-BD66-8B6D-B2EF-80663062D069}"/>
              </a:ext>
            </a:extLst>
          </p:cNvPr>
          <p:cNvGrpSpPr/>
          <p:nvPr/>
        </p:nvGrpSpPr>
        <p:grpSpPr>
          <a:xfrm>
            <a:off x="3302827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E1DA04C-5304-342F-3174-3A1DFD2C24B7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E7DF0C87-614D-7071-9C81-AFE37D51A646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D76A079-B4A7-119B-DC0D-065BE7BBCFA7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0A6B0AE-0C26-4AB0-DFDE-1476EDEA959A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DCD05C5-6846-5F43-8918-796BEBEFC75F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A08F9A5B-B844-6D17-B1B7-4395B76B91E2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309FDDCF-8115-A63A-3B8D-1E45393EC447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DFF011E6-8A0C-8FFA-495C-1D2228EC0809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AA7A2026-E2BF-9A86-59E9-04061DE5F6E3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304DB1DA-C7CE-F58A-CE92-F4B3F98AF29B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3FECB1D2-AEFC-AB2A-1DAF-D7E76BAF46CE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883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84980-B4CC-CF52-714E-BBC6A1FEB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DF70-51F3-DCAB-3A44-7AFA0709A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Towards neural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FB4DA-2048-52B1-40C2-C3E03415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CE266-D9A5-8054-A11D-D17C2DDAB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A97F8E5-326A-832C-EC3B-B1364F1371D0}"/>
              </a:ext>
            </a:extLst>
          </p:cNvPr>
          <p:cNvSpPr txBox="1">
            <a:spLocks/>
          </p:cNvSpPr>
          <p:nvPr/>
        </p:nvSpPr>
        <p:spPr>
          <a:xfrm>
            <a:off x="675674" y="2415144"/>
            <a:ext cx="10840651" cy="2027712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We have already seen a variety of models that perform machine learning well.</a:t>
            </a:r>
          </a:p>
          <a:p>
            <a:pPr algn="ctr"/>
            <a:endParaRPr lang="en-US" sz="1700" b="1" dirty="0">
              <a:ea typeface="Roboto"/>
              <a:cs typeface="Roboto"/>
            </a:endParaRPr>
          </a:p>
          <a:p>
            <a:pPr algn="ctr"/>
            <a:r>
              <a:rPr lang="en-US" sz="1700" b="1" dirty="0">
                <a:ea typeface="Roboto"/>
                <a:cs typeface="Roboto"/>
              </a:rPr>
              <a:t>What’s the big deal about Neural Networks? </a:t>
            </a:r>
          </a:p>
        </p:txBody>
      </p:sp>
    </p:spTree>
    <p:extLst>
      <p:ext uri="{BB962C8B-B14F-4D97-AF65-F5344CB8AC3E}">
        <p14:creationId xmlns:p14="http://schemas.microsoft.com/office/powerpoint/2010/main" val="2151435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41583-C40F-3187-E5DE-C1689D3E1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3308-9BF2-766C-2F8D-736308BA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Example using heart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0DE59-C335-587D-EA20-EA2E79E2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5060A-AB16-1B87-95FD-8804D0C08F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3F203C4-EC2E-4FC3-9D31-402CD52CFCD3}"/>
              </a:ext>
            </a:extLst>
          </p:cNvPr>
          <p:cNvGrpSpPr/>
          <p:nvPr/>
        </p:nvGrpSpPr>
        <p:grpSpPr>
          <a:xfrm>
            <a:off x="2049145" y="1600518"/>
            <a:ext cx="1371600" cy="1371600"/>
            <a:chOff x="2049145" y="1600518"/>
            <a:chExt cx="1371600" cy="13716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4BA34F7-C240-88A7-F161-F3D480679DE0}"/>
                </a:ext>
              </a:extLst>
            </p:cNvPr>
            <p:cNvSpPr/>
            <p:nvPr/>
          </p:nvSpPr>
          <p:spPr>
            <a:xfrm>
              <a:off x="2049145" y="1600518"/>
              <a:ext cx="1371600" cy="1371600"/>
            </a:xfrm>
            <a:prstGeom prst="ellipse">
              <a:avLst/>
            </a:prstGeom>
            <a:solidFill>
              <a:srgbClr val="FFCC01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86A74B-D937-B917-A7F5-A686EF69A685}"/>
                </a:ext>
              </a:extLst>
            </p:cNvPr>
            <p:cNvCxnSpPr>
              <a:stCxn id="7" idx="0"/>
              <a:endCxn id="7" idx="4"/>
            </p:cNvCxnSpPr>
            <p:nvPr/>
          </p:nvCxnSpPr>
          <p:spPr>
            <a:xfrm>
              <a:off x="2734945" y="1600518"/>
              <a:ext cx="0" cy="1371600"/>
            </a:xfrm>
            <a:prstGeom prst="line">
              <a:avLst/>
            </a:prstGeom>
            <a:ln w="50800" cap="flat"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</p:cxnSp>
      </p:grp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A8AB6399-7315-C919-9B04-F1695CDEA9CB}"/>
              </a:ext>
            </a:extLst>
          </p:cNvPr>
          <p:cNvSpPr txBox="1">
            <a:spLocks/>
          </p:cNvSpPr>
          <p:nvPr/>
        </p:nvSpPr>
        <p:spPr>
          <a:xfrm>
            <a:off x="990635" y="1919449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X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260D56F-C356-0506-8BE3-966ABF06865C}"/>
              </a:ext>
            </a:extLst>
          </p:cNvPr>
          <p:cNvSpPr txBox="1">
            <a:spLocks/>
          </p:cNvSpPr>
          <p:nvPr/>
        </p:nvSpPr>
        <p:spPr>
          <a:xfrm>
            <a:off x="2147322" y="1919449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XW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020250E-477C-BE21-48ED-D3D325027BF1}"/>
              </a:ext>
            </a:extLst>
          </p:cNvPr>
          <p:cNvSpPr txBox="1">
            <a:spLocks/>
          </p:cNvSpPr>
          <p:nvPr/>
        </p:nvSpPr>
        <p:spPr>
          <a:xfrm>
            <a:off x="3920525" y="1919449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14">
                <a:extLst>
                  <a:ext uri="{FF2B5EF4-FFF2-40B4-BE49-F238E27FC236}">
                    <a16:creationId xmlns:a16="http://schemas.microsoft.com/office/drawing/2014/main" id="{50CDA7C5-044E-BC98-1A04-6D45C40060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32540" y="1899129"/>
                <a:ext cx="558730" cy="733738"/>
              </a:xfrm>
              <a:prstGeom prst="rect">
                <a:avLst/>
              </a:prstGeom>
            </p:spPr>
            <p:txBody>
              <a:bodyPr vert="horz" lIns="0" tIns="0" rIns="0" bIns="0" spcCol="365760" rtlCol="0" anchor="ctr">
                <a:noAutofit/>
              </a:bodyPr>
              <a:lstStyle>
                <a:lvl1pPr marL="0" indent="0" algn="l" defTabSz="914400" rtl="0" eaLnBrk="1" latinLnBrk="0" hangingPunct="1">
                  <a:lnSpc>
                    <a:spcPct val="95000"/>
                  </a:lnSpc>
                  <a:spcBef>
                    <a:spcPts val="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▪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57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86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3152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9728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801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630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1" i="1" smtClean="0">
                          <a:latin typeface="Cambria Math" panose="02040503050406030204" pitchFamily="18" charset="0"/>
                          <a:ea typeface="Roboto"/>
                          <a:cs typeface="Roboto"/>
                        </a:rPr>
                        <m:t>σ</m:t>
                      </m:r>
                    </m:oMath>
                  </m:oMathPara>
                </a14:m>
                <a:endParaRPr lang="en-US" sz="2200" b="1" dirty="0">
                  <a:latin typeface="Roboto"/>
                  <a:ea typeface="Roboto"/>
                  <a:cs typeface="Roboto"/>
                </a:endParaRPr>
              </a:p>
            </p:txBody>
          </p:sp>
        </mc:Choice>
        <mc:Fallback xmlns="">
          <p:sp>
            <p:nvSpPr>
              <p:cNvPr id="12" name="Text Placeholder 14">
                <a:extLst>
                  <a:ext uri="{FF2B5EF4-FFF2-40B4-BE49-F238E27FC236}">
                    <a16:creationId xmlns:a16="http://schemas.microsoft.com/office/drawing/2014/main" id="{50CDA7C5-044E-BC98-1A04-6D45C4006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540" y="1899129"/>
                <a:ext cx="558730" cy="7337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DBD1BD-D58C-90DD-1375-F704B4803F0E}"/>
              </a:ext>
            </a:extLst>
          </p:cNvPr>
          <p:cNvCxnSpPr>
            <a:stCxn id="9" idx="3"/>
          </p:cNvCxnSpPr>
          <p:nvPr/>
        </p:nvCxnSpPr>
        <p:spPr>
          <a:xfrm>
            <a:off x="1549365" y="2286318"/>
            <a:ext cx="421675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5F9AAF-00F8-989E-4664-C8BA98BD0925}"/>
              </a:ext>
            </a:extLst>
          </p:cNvPr>
          <p:cNvCxnSpPr/>
          <p:nvPr/>
        </p:nvCxnSpPr>
        <p:spPr>
          <a:xfrm>
            <a:off x="3571205" y="2286318"/>
            <a:ext cx="421675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E047D1A-45B3-8A8B-B6B1-9C1BBFF47BB2}"/>
              </a:ext>
            </a:extLst>
          </p:cNvPr>
          <p:cNvSpPr txBox="1">
            <a:spLocks/>
          </p:cNvSpPr>
          <p:nvPr/>
        </p:nvSpPr>
        <p:spPr>
          <a:xfrm>
            <a:off x="848032" y="3650168"/>
            <a:ext cx="3716039" cy="110929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Logistic Regression</a:t>
            </a:r>
          </a:p>
          <a:p>
            <a:pPr algn="ctr"/>
            <a:endParaRPr lang="en-US" sz="1700" b="1" dirty="0">
              <a:ea typeface="Roboto"/>
              <a:cs typeface="Roboto"/>
            </a:endParaRPr>
          </a:p>
          <a:p>
            <a:pPr algn="ctr"/>
            <a:r>
              <a:rPr lang="en-US" sz="1700" b="1" dirty="0">
                <a:ea typeface="Roboto"/>
                <a:cs typeface="Roboto"/>
              </a:rPr>
              <a:t>RIGHT part of data is fitted well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FBC868-C126-7212-8F78-0B380AE7F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850" y="1529514"/>
            <a:ext cx="4629150" cy="379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43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EA706-794E-DA30-049C-CB6B06EC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9AE1-81EE-3C8F-455F-58C4DBE01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Example using heart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A4352-F05D-C625-FE16-80F124F17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9503E-3CD7-D230-6588-E61882C76D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35423F-2DF7-E5AF-44EE-45B155F88AE1}"/>
              </a:ext>
            </a:extLst>
          </p:cNvPr>
          <p:cNvGrpSpPr/>
          <p:nvPr/>
        </p:nvGrpSpPr>
        <p:grpSpPr>
          <a:xfrm>
            <a:off x="2049145" y="1600518"/>
            <a:ext cx="1371600" cy="1371600"/>
            <a:chOff x="2049145" y="1600518"/>
            <a:chExt cx="1371600" cy="13716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F39DF5F-3C67-EDCA-339A-7AE282731385}"/>
                </a:ext>
              </a:extLst>
            </p:cNvPr>
            <p:cNvSpPr/>
            <p:nvPr/>
          </p:nvSpPr>
          <p:spPr>
            <a:xfrm>
              <a:off x="2049145" y="1600518"/>
              <a:ext cx="1371600" cy="1371600"/>
            </a:xfrm>
            <a:prstGeom prst="ellipse">
              <a:avLst/>
            </a:prstGeom>
            <a:solidFill>
              <a:srgbClr val="FFCC01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9C035D1-E1C1-B0E7-F8E5-F36750205AAD}"/>
                </a:ext>
              </a:extLst>
            </p:cNvPr>
            <p:cNvCxnSpPr>
              <a:stCxn id="7" idx="0"/>
              <a:endCxn id="7" idx="4"/>
            </p:cNvCxnSpPr>
            <p:nvPr/>
          </p:nvCxnSpPr>
          <p:spPr>
            <a:xfrm>
              <a:off x="2734945" y="1600518"/>
              <a:ext cx="0" cy="1371600"/>
            </a:xfrm>
            <a:prstGeom prst="line">
              <a:avLst/>
            </a:prstGeom>
            <a:ln w="50800" cap="flat"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</p:cxnSp>
      </p:grp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6466998-AA41-7513-299B-DCFAE81BABCA}"/>
              </a:ext>
            </a:extLst>
          </p:cNvPr>
          <p:cNvSpPr txBox="1">
            <a:spLocks/>
          </p:cNvSpPr>
          <p:nvPr/>
        </p:nvSpPr>
        <p:spPr>
          <a:xfrm>
            <a:off x="990635" y="1919449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X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C3EDFF9-7980-B97F-7657-0B655E6AE90A}"/>
              </a:ext>
            </a:extLst>
          </p:cNvPr>
          <p:cNvSpPr txBox="1">
            <a:spLocks/>
          </p:cNvSpPr>
          <p:nvPr/>
        </p:nvSpPr>
        <p:spPr>
          <a:xfrm>
            <a:off x="2147322" y="1919449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XW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F741CCE-896E-6F58-CB65-ED15100B54CD}"/>
              </a:ext>
            </a:extLst>
          </p:cNvPr>
          <p:cNvSpPr txBox="1">
            <a:spLocks/>
          </p:cNvSpPr>
          <p:nvPr/>
        </p:nvSpPr>
        <p:spPr>
          <a:xfrm>
            <a:off x="3920525" y="1919449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14">
                <a:extLst>
                  <a:ext uri="{FF2B5EF4-FFF2-40B4-BE49-F238E27FC236}">
                    <a16:creationId xmlns:a16="http://schemas.microsoft.com/office/drawing/2014/main" id="{08E81513-25F1-5470-C79C-7968D27689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32540" y="1899129"/>
                <a:ext cx="558730" cy="733738"/>
              </a:xfrm>
              <a:prstGeom prst="rect">
                <a:avLst/>
              </a:prstGeom>
            </p:spPr>
            <p:txBody>
              <a:bodyPr vert="horz" lIns="0" tIns="0" rIns="0" bIns="0" spcCol="365760" rtlCol="0" anchor="ctr">
                <a:noAutofit/>
              </a:bodyPr>
              <a:lstStyle>
                <a:lvl1pPr marL="0" indent="0" algn="l" defTabSz="914400" rtl="0" eaLnBrk="1" latinLnBrk="0" hangingPunct="1">
                  <a:lnSpc>
                    <a:spcPct val="95000"/>
                  </a:lnSpc>
                  <a:spcBef>
                    <a:spcPts val="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▪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57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86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3152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9728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801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630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1" i="1" smtClean="0">
                          <a:latin typeface="Cambria Math" panose="02040503050406030204" pitchFamily="18" charset="0"/>
                          <a:ea typeface="Roboto"/>
                          <a:cs typeface="Roboto"/>
                        </a:rPr>
                        <m:t>σ</m:t>
                      </m:r>
                    </m:oMath>
                  </m:oMathPara>
                </a14:m>
                <a:endParaRPr lang="en-US" sz="2200" b="1" dirty="0">
                  <a:latin typeface="Roboto"/>
                  <a:ea typeface="Roboto"/>
                  <a:cs typeface="Roboto"/>
                </a:endParaRPr>
              </a:p>
            </p:txBody>
          </p:sp>
        </mc:Choice>
        <mc:Fallback xmlns="">
          <p:sp>
            <p:nvSpPr>
              <p:cNvPr id="12" name="Text Placeholder 14">
                <a:extLst>
                  <a:ext uri="{FF2B5EF4-FFF2-40B4-BE49-F238E27FC236}">
                    <a16:creationId xmlns:a16="http://schemas.microsoft.com/office/drawing/2014/main" id="{08E81513-25F1-5470-C79C-7968D2768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540" y="1899129"/>
                <a:ext cx="558730" cy="7337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B4058C-F86C-3845-E82B-2697080AFDE6}"/>
              </a:ext>
            </a:extLst>
          </p:cNvPr>
          <p:cNvCxnSpPr>
            <a:stCxn id="9" idx="3"/>
          </p:cNvCxnSpPr>
          <p:nvPr/>
        </p:nvCxnSpPr>
        <p:spPr>
          <a:xfrm>
            <a:off x="1549365" y="2286318"/>
            <a:ext cx="421675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28F22B-2946-488F-F6B7-61F769EB8D4B}"/>
              </a:ext>
            </a:extLst>
          </p:cNvPr>
          <p:cNvCxnSpPr/>
          <p:nvPr/>
        </p:nvCxnSpPr>
        <p:spPr>
          <a:xfrm>
            <a:off x="3571205" y="2286318"/>
            <a:ext cx="421675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D55BA3D-2712-FBA8-76E8-7DFC8D3F92D8}"/>
              </a:ext>
            </a:extLst>
          </p:cNvPr>
          <p:cNvSpPr txBox="1">
            <a:spLocks/>
          </p:cNvSpPr>
          <p:nvPr/>
        </p:nvSpPr>
        <p:spPr>
          <a:xfrm>
            <a:off x="848032" y="3650168"/>
            <a:ext cx="3716039" cy="110929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Logistic Regression</a:t>
            </a:r>
          </a:p>
          <a:p>
            <a:pPr algn="ctr"/>
            <a:endParaRPr lang="en-US" sz="1700" b="1" dirty="0">
              <a:ea typeface="Roboto"/>
              <a:cs typeface="Roboto"/>
            </a:endParaRPr>
          </a:p>
          <a:p>
            <a:pPr algn="ctr"/>
            <a:r>
              <a:rPr lang="en-US" sz="1700" b="1" dirty="0">
                <a:ea typeface="Roboto"/>
                <a:cs typeface="Roboto"/>
              </a:rPr>
              <a:t>LEFT part of data is fitted well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F77DBD-E592-6833-52E6-1B86E6952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851" y="1529513"/>
            <a:ext cx="4629150" cy="379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54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F272-9E51-8D44-7FD5-CB2E415C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20A3-2D9D-3266-368A-32A42C041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Example using heart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C0FB9-9FC5-CC51-9DF5-06FEB683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96B9A-3A79-182D-EB5F-ECDBDFD5C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1BF6E09-36FB-FE97-9DC1-4E2C4C98D0BA}"/>
              </a:ext>
            </a:extLst>
          </p:cNvPr>
          <p:cNvSpPr txBox="1">
            <a:spLocks/>
          </p:cNvSpPr>
          <p:nvPr/>
        </p:nvSpPr>
        <p:spPr>
          <a:xfrm>
            <a:off x="440599" y="1155598"/>
            <a:ext cx="3716039" cy="110929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Two Regions, Two Nodes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BDB9AE-9D49-2AC0-564B-4F6761E88FD8}"/>
              </a:ext>
            </a:extLst>
          </p:cNvPr>
          <p:cNvGrpSpPr/>
          <p:nvPr/>
        </p:nvGrpSpPr>
        <p:grpSpPr>
          <a:xfrm>
            <a:off x="4528185" y="1966278"/>
            <a:ext cx="1371600" cy="1371600"/>
            <a:chOff x="2049145" y="1600518"/>
            <a:chExt cx="1371600" cy="13716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D6E1400-4DAF-9401-EA4E-5BD600AC4634}"/>
                </a:ext>
              </a:extLst>
            </p:cNvPr>
            <p:cNvSpPr/>
            <p:nvPr/>
          </p:nvSpPr>
          <p:spPr>
            <a:xfrm>
              <a:off x="2049145" y="1600518"/>
              <a:ext cx="1371600" cy="1371600"/>
            </a:xfrm>
            <a:prstGeom prst="ellipse">
              <a:avLst/>
            </a:prstGeom>
            <a:solidFill>
              <a:srgbClr val="FFCC01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5A7150B-27A6-8144-1A59-4F5C7C831F3F}"/>
                </a:ext>
              </a:extLst>
            </p:cNvPr>
            <p:cNvCxnSpPr>
              <a:stCxn id="18" idx="0"/>
              <a:endCxn id="18" idx="4"/>
            </p:cNvCxnSpPr>
            <p:nvPr/>
          </p:nvCxnSpPr>
          <p:spPr>
            <a:xfrm>
              <a:off x="2734945" y="1600518"/>
              <a:ext cx="0" cy="1371600"/>
            </a:xfrm>
            <a:prstGeom prst="line">
              <a:avLst/>
            </a:prstGeom>
            <a:ln w="50800" cap="flat"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</p:cxnSp>
      </p:grp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293597E-A357-4A25-449A-4B1C2E0038A3}"/>
              </a:ext>
            </a:extLst>
          </p:cNvPr>
          <p:cNvSpPr txBox="1">
            <a:spLocks/>
          </p:cNvSpPr>
          <p:nvPr/>
        </p:nvSpPr>
        <p:spPr>
          <a:xfrm>
            <a:off x="3469675" y="2285209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X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1AAD8CE8-03DD-4635-733B-E8E364AB3D55}"/>
              </a:ext>
            </a:extLst>
          </p:cNvPr>
          <p:cNvSpPr txBox="1">
            <a:spLocks/>
          </p:cNvSpPr>
          <p:nvPr/>
        </p:nvSpPr>
        <p:spPr>
          <a:xfrm>
            <a:off x="4626362" y="2285209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XW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BBB9B913-36C0-774E-CBF3-05B19D1D2647}"/>
              </a:ext>
            </a:extLst>
          </p:cNvPr>
          <p:cNvSpPr txBox="1">
            <a:spLocks/>
          </p:cNvSpPr>
          <p:nvPr/>
        </p:nvSpPr>
        <p:spPr>
          <a:xfrm>
            <a:off x="6399565" y="2285209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14">
                <a:extLst>
                  <a:ext uri="{FF2B5EF4-FFF2-40B4-BE49-F238E27FC236}">
                    <a16:creationId xmlns:a16="http://schemas.microsoft.com/office/drawing/2014/main" id="{A787F149-26D2-C848-6C9E-B614C428BF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11580" y="2264889"/>
                <a:ext cx="558730" cy="733738"/>
              </a:xfrm>
              <a:prstGeom prst="rect">
                <a:avLst/>
              </a:prstGeom>
            </p:spPr>
            <p:txBody>
              <a:bodyPr vert="horz" lIns="0" tIns="0" rIns="0" bIns="0" spcCol="365760" rtlCol="0" anchor="ctr">
                <a:noAutofit/>
              </a:bodyPr>
              <a:lstStyle>
                <a:lvl1pPr marL="0" indent="0" algn="l" defTabSz="914400" rtl="0" eaLnBrk="1" latinLnBrk="0" hangingPunct="1">
                  <a:lnSpc>
                    <a:spcPct val="95000"/>
                  </a:lnSpc>
                  <a:spcBef>
                    <a:spcPts val="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▪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57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86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3152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9728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801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630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1" i="1" smtClean="0">
                          <a:latin typeface="Cambria Math" panose="02040503050406030204" pitchFamily="18" charset="0"/>
                          <a:ea typeface="Roboto"/>
                          <a:cs typeface="Roboto"/>
                        </a:rPr>
                        <m:t>σ</m:t>
                      </m:r>
                    </m:oMath>
                  </m:oMathPara>
                </a14:m>
                <a:endParaRPr lang="en-US" sz="2200" b="1" dirty="0">
                  <a:latin typeface="Roboto"/>
                  <a:ea typeface="Roboto"/>
                  <a:cs typeface="Roboto"/>
                </a:endParaRPr>
              </a:p>
            </p:txBody>
          </p:sp>
        </mc:Choice>
        <mc:Fallback xmlns="">
          <p:sp>
            <p:nvSpPr>
              <p:cNvPr id="23" name="Text Placeholder 14">
                <a:extLst>
                  <a:ext uri="{FF2B5EF4-FFF2-40B4-BE49-F238E27FC236}">
                    <a16:creationId xmlns:a16="http://schemas.microsoft.com/office/drawing/2014/main" id="{A787F149-26D2-C848-6C9E-B614C428B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80" y="2264889"/>
                <a:ext cx="558730" cy="7337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038D7A-51EB-6CED-6AAE-5C0B711D957E}"/>
              </a:ext>
            </a:extLst>
          </p:cNvPr>
          <p:cNvCxnSpPr>
            <a:stCxn id="20" idx="3"/>
          </p:cNvCxnSpPr>
          <p:nvPr/>
        </p:nvCxnSpPr>
        <p:spPr>
          <a:xfrm>
            <a:off x="4028405" y="2652078"/>
            <a:ext cx="421675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63FC3B1-8A46-6B04-6821-C41DBBCEF18B}"/>
              </a:ext>
            </a:extLst>
          </p:cNvPr>
          <p:cNvCxnSpPr/>
          <p:nvPr/>
        </p:nvCxnSpPr>
        <p:spPr>
          <a:xfrm>
            <a:off x="6050245" y="2652078"/>
            <a:ext cx="421675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30E2E5-8687-AE87-56F8-993123676B59}"/>
              </a:ext>
            </a:extLst>
          </p:cNvPr>
          <p:cNvGrpSpPr/>
          <p:nvPr/>
        </p:nvGrpSpPr>
        <p:grpSpPr>
          <a:xfrm>
            <a:off x="4528185" y="4568250"/>
            <a:ext cx="1371600" cy="1371600"/>
            <a:chOff x="2049145" y="1600518"/>
            <a:chExt cx="1371600" cy="13716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DE1C711-E825-9970-9BA1-F30ADE7FB911}"/>
                </a:ext>
              </a:extLst>
            </p:cNvPr>
            <p:cNvSpPr/>
            <p:nvPr/>
          </p:nvSpPr>
          <p:spPr>
            <a:xfrm>
              <a:off x="2049145" y="1600518"/>
              <a:ext cx="1371600" cy="1371600"/>
            </a:xfrm>
            <a:prstGeom prst="ellipse">
              <a:avLst/>
            </a:prstGeom>
            <a:solidFill>
              <a:srgbClr val="FFCC01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55BAA8-6B61-A9C7-D4D1-70F4512514A7}"/>
                </a:ext>
              </a:extLst>
            </p:cNvPr>
            <p:cNvCxnSpPr>
              <a:stCxn id="27" idx="0"/>
              <a:endCxn id="27" idx="4"/>
            </p:cNvCxnSpPr>
            <p:nvPr/>
          </p:nvCxnSpPr>
          <p:spPr>
            <a:xfrm>
              <a:off x="2734945" y="1600518"/>
              <a:ext cx="0" cy="1371600"/>
            </a:xfrm>
            <a:prstGeom prst="line">
              <a:avLst/>
            </a:prstGeom>
            <a:ln w="50800" cap="flat"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</p:cxnSp>
      </p:grp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B5E202A0-F931-43B0-55CB-A33AE61AAC94}"/>
              </a:ext>
            </a:extLst>
          </p:cNvPr>
          <p:cNvSpPr txBox="1">
            <a:spLocks/>
          </p:cNvSpPr>
          <p:nvPr/>
        </p:nvSpPr>
        <p:spPr>
          <a:xfrm>
            <a:off x="3469675" y="4887181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X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25F9B22F-AF0D-04CA-722B-26742AD67438}"/>
              </a:ext>
            </a:extLst>
          </p:cNvPr>
          <p:cNvSpPr txBox="1">
            <a:spLocks/>
          </p:cNvSpPr>
          <p:nvPr/>
        </p:nvSpPr>
        <p:spPr>
          <a:xfrm>
            <a:off x="4626362" y="4887181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XW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9F456679-B140-2720-350B-647C3CC84B68}"/>
              </a:ext>
            </a:extLst>
          </p:cNvPr>
          <p:cNvSpPr txBox="1">
            <a:spLocks/>
          </p:cNvSpPr>
          <p:nvPr/>
        </p:nvSpPr>
        <p:spPr>
          <a:xfrm>
            <a:off x="6399565" y="4887181"/>
            <a:ext cx="558730" cy="7337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Placeholder 14">
                <a:extLst>
                  <a:ext uri="{FF2B5EF4-FFF2-40B4-BE49-F238E27FC236}">
                    <a16:creationId xmlns:a16="http://schemas.microsoft.com/office/drawing/2014/main" id="{35B69557-233F-6F90-7A8F-8B154BEA7F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11580" y="4866861"/>
                <a:ext cx="558730" cy="733738"/>
              </a:xfrm>
              <a:prstGeom prst="rect">
                <a:avLst/>
              </a:prstGeom>
            </p:spPr>
            <p:txBody>
              <a:bodyPr vert="horz" lIns="0" tIns="0" rIns="0" bIns="0" spcCol="365760" rtlCol="0" anchor="ctr">
                <a:noAutofit/>
              </a:bodyPr>
              <a:lstStyle>
                <a:lvl1pPr marL="0" indent="0" algn="l" defTabSz="914400" rtl="0" eaLnBrk="1" latinLnBrk="0" hangingPunct="1">
                  <a:lnSpc>
                    <a:spcPct val="95000"/>
                  </a:lnSpc>
                  <a:spcBef>
                    <a:spcPts val="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▪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57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86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3152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9728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801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630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1" i="1" smtClean="0">
                          <a:latin typeface="Cambria Math" panose="02040503050406030204" pitchFamily="18" charset="0"/>
                          <a:ea typeface="Roboto"/>
                          <a:cs typeface="Roboto"/>
                        </a:rPr>
                        <m:t>σ</m:t>
                      </m:r>
                    </m:oMath>
                  </m:oMathPara>
                </a14:m>
                <a:endParaRPr lang="en-US" sz="2200" b="1" dirty="0">
                  <a:latin typeface="Roboto"/>
                  <a:ea typeface="Roboto"/>
                  <a:cs typeface="Roboto"/>
                </a:endParaRPr>
              </a:p>
            </p:txBody>
          </p:sp>
        </mc:Choice>
        <mc:Fallback xmlns="">
          <p:sp>
            <p:nvSpPr>
              <p:cNvPr id="32" name="Text Placeholder 14">
                <a:extLst>
                  <a:ext uri="{FF2B5EF4-FFF2-40B4-BE49-F238E27FC236}">
                    <a16:creationId xmlns:a16="http://schemas.microsoft.com/office/drawing/2014/main" id="{35B69557-233F-6F90-7A8F-8B154BEA7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80" y="4866861"/>
                <a:ext cx="558730" cy="7337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8C3A55-3894-047C-327A-361EE5ED962F}"/>
              </a:ext>
            </a:extLst>
          </p:cNvPr>
          <p:cNvCxnSpPr>
            <a:stCxn id="29" idx="3"/>
          </p:cNvCxnSpPr>
          <p:nvPr/>
        </p:nvCxnSpPr>
        <p:spPr>
          <a:xfrm>
            <a:off x="4028405" y="5254050"/>
            <a:ext cx="421675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C11317-0CD9-B7B4-6C13-4047899A3BBE}"/>
              </a:ext>
            </a:extLst>
          </p:cNvPr>
          <p:cNvCxnSpPr/>
          <p:nvPr/>
        </p:nvCxnSpPr>
        <p:spPr>
          <a:xfrm>
            <a:off x="6050245" y="5254050"/>
            <a:ext cx="421675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1FB8F053-E2C5-7B08-9A60-7E3C270AB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510" y="4214174"/>
            <a:ext cx="2484714" cy="20391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303D07-BE8D-FB5E-05B0-44B3566583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143" y="1630730"/>
            <a:ext cx="2489081" cy="204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780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DFF66-B6AB-45EF-3816-B953EA75E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9A9E-3F90-41AA-A0B5-22B1CCE5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ED9C2-7086-11D0-6EE0-CE5C6721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25675-641A-DD7E-B224-CEA79E2350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73D3435-7E70-3104-D2AA-0440427D8353}"/>
              </a:ext>
            </a:extLst>
          </p:cNvPr>
          <p:cNvSpPr txBox="1">
            <a:spLocks/>
          </p:cNvSpPr>
          <p:nvPr/>
        </p:nvSpPr>
        <p:spPr>
          <a:xfrm>
            <a:off x="548640" y="868681"/>
            <a:ext cx="10696464" cy="110929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Combining neurons allows us to model interesting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0B8E1-2A02-BFD2-2145-1C4001FD29F8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BCDEF-053C-19D2-CA7A-BD9B81D58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783081"/>
            <a:ext cx="7772400" cy="471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9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15C6-FC81-D658-F37E-D60E013E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1CCEF-3483-B31B-9300-B2D0B454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18B77-2446-D21D-BD43-1458058A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9C88F-7FD8-DC2A-2BBF-E2998E07F5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77D12BD-90A1-C279-4F20-8D92F22A2C41}"/>
              </a:ext>
            </a:extLst>
          </p:cNvPr>
          <p:cNvSpPr txBox="1">
            <a:spLocks/>
          </p:cNvSpPr>
          <p:nvPr/>
        </p:nvSpPr>
        <p:spPr>
          <a:xfrm>
            <a:off x="548640" y="868681"/>
            <a:ext cx="10696464" cy="110929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Different weights change the shape and 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D34BC-560D-FB7F-5555-791A1748F6AE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52F414-5360-9788-937C-D88857757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783081"/>
            <a:ext cx="7772400" cy="473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38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8827B-11B1-BF0D-3D10-BD9BE744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4A3C-6660-9FA3-9DA4-C4B08ADE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D3058-2A46-4CBF-DF73-0E664352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C872A-2AB3-E321-DA6E-8377FE436F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4E395CD-9F43-441C-C789-CABED2CFE1FE}"/>
              </a:ext>
            </a:extLst>
          </p:cNvPr>
          <p:cNvSpPr txBox="1">
            <a:spLocks/>
          </p:cNvSpPr>
          <p:nvPr/>
        </p:nvSpPr>
        <p:spPr>
          <a:xfrm>
            <a:off x="548640" y="868681"/>
            <a:ext cx="10696464" cy="110929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Adding layers (deep networks) allows us to model increasingly complex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A33A9-B6F7-6BB2-105A-1B3FFCED8926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43F645-A411-5E3C-349E-0D599B9AC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783081"/>
            <a:ext cx="7772400" cy="476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58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13951-4EA4-9A0E-0712-CF7FF651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9AF42-B90F-0945-009B-CD1E0FDB4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CCBF3-92E8-1C86-B88E-EE7119FD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42F19-4698-2425-3692-12A520379B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8FB16-D709-4B98-38F9-F0527F6E612E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5A5FEB2C-6B99-4404-CF85-CB9A2D325E0F}"/>
              </a:ext>
            </a:extLst>
          </p:cNvPr>
          <p:cNvSpPr txBox="1">
            <a:spLocks/>
          </p:cNvSpPr>
          <p:nvPr/>
        </p:nvSpPr>
        <p:spPr>
          <a:xfrm>
            <a:off x="1256619" y="868681"/>
            <a:ext cx="9678761" cy="2014322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So far:</a:t>
            </a:r>
          </a:p>
          <a:p>
            <a:endParaRPr lang="en-US" sz="1700" b="1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A single neuron is just a logistic regression (or other type) of unit.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A neural network is a combination of these logistic regression units.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A neural network can approximate complex functions either for regression or classification.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10ACBC-2973-B64B-CD2F-1591289BC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441" y="2883003"/>
            <a:ext cx="5155116" cy="3082281"/>
          </a:xfrm>
          <a:prstGeom prst="rect">
            <a:avLst/>
          </a:prstGeom>
        </p:spPr>
      </p:pic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967CBEC-A71D-77F5-7CB8-3C75E1B0A492}"/>
              </a:ext>
            </a:extLst>
          </p:cNvPr>
          <p:cNvSpPr txBox="1">
            <a:spLocks/>
          </p:cNvSpPr>
          <p:nvPr/>
        </p:nvSpPr>
        <p:spPr>
          <a:xfrm>
            <a:off x="4246879" y="5807967"/>
            <a:ext cx="3698240" cy="638552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The Multilayer Perceptron (MLP)</a:t>
            </a:r>
            <a:endParaRPr lang="en-US" sz="1700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3100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7B3F8-3856-F09F-855B-509C1874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AF41D-F031-AE9D-93C6-86A574990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1547-1CE6-9DE9-603D-4DC83681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5D8A2-2755-A170-DDF7-440F7B1B09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6DC463-76FB-44BA-4F9B-10DC95B0AFAD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669462C-A7DF-5704-29AE-313C38A1E534}"/>
              </a:ext>
            </a:extLst>
          </p:cNvPr>
          <p:cNvSpPr txBox="1">
            <a:spLocks/>
          </p:cNvSpPr>
          <p:nvPr/>
        </p:nvSpPr>
        <p:spPr>
          <a:xfrm>
            <a:off x="3183892" y="3705046"/>
            <a:ext cx="7949546" cy="1757227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Heart Dataset: 13 predictor variables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A simple logistic regression model has: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13 features + 1 bias = </a:t>
            </a:r>
            <a:r>
              <a:rPr lang="en-US" sz="1700" b="1" dirty="0">
                <a:ea typeface="Roboto"/>
                <a:cs typeface="Roboto"/>
              </a:rPr>
              <a:t>14 parameters</a:t>
            </a:r>
            <a:endParaRPr lang="en-US" sz="1700" dirty="0">
              <a:ea typeface="Roboto"/>
              <a:cs typeface="Robot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BC1E0D-0F02-E9B4-4813-AE490A450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42" y="1190242"/>
            <a:ext cx="6108180" cy="200722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B1174AE-8BD9-796B-2EC4-1011B6B4C7B5}"/>
              </a:ext>
            </a:extLst>
          </p:cNvPr>
          <p:cNvSpPr/>
          <p:nvPr/>
        </p:nvSpPr>
        <p:spPr>
          <a:xfrm>
            <a:off x="548638" y="1175643"/>
            <a:ext cx="5751802" cy="2021819"/>
          </a:xfrm>
          <a:prstGeom prst="roundRect">
            <a:avLst/>
          </a:prstGeom>
          <a:noFill/>
          <a:ln w="50800">
            <a:solidFill>
              <a:srgbClr val="00B0F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 b="1" dirty="0">
              <a:solidFill>
                <a:srgbClr val="00B0F0"/>
              </a:solidFill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2D64C4A2-23D6-2D14-F47E-83F0B87B05AC}"/>
              </a:ext>
            </a:extLst>
          </p:cNvPr>
          <p:cNvCxnSpPr>
            <a:cxnSpLocks/>
          </p:cNvCxnSpPr>
          <p:nvPr/>
        </p:nvCxnSpPr>
        <p:spPr>
          <a:xfrm>
            <a:off x="1371600" y="3212060"/>
            <a:ext cx="1371600" cy="1371600"/>
          </a:xfrm>
          <a:prstGeom prst="bentConnector3">
            <a:avLst>
              <a:gd name="adj1" fmla="val 0"/>
            </a:avLst>
          </a:prstGeom>
          <a:ln w="63500" cap="flat">
            <a:solidFill>
              <a:srgbClr val="00B0F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428512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8BF5-30F5-28FD-404A-E41D3080C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B94B0-B123-2A2D-AC37-58085005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A5809-794A-E496-2542-7C10850D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5038F-C1C6-64CB-0DBA-4A43478EC7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579BC-A21F-2F90-4743-01EB4B80D524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71A9B580-64D1-C2DA-63C0-609284A87955}"/>
              </a:ext>
            </a:extLst>
          </p:cNvPr>
          <p:cNvSpPr txBox="1">
            <a:spLocks/>
          </p:cNvSpPr>
          <p:nvPr/>
        </p:nvSpPr>
        <p:spPr>
          <a:xfrm>
            <a:off x="6096000" y="3565893"/>
            <a:ext cx="5289577" cy="2308183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Heart Dataset: 13 predictor variables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The very small MLP with 13 input nodes and 2 hidden layers of 4 nodes each has: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(13x4+4) + (4x4+4) + (4x1+1) = </a:t>
            </a:r>
            <a:r>
              <a:rPr lang="en-US" sz="1700" b="1" dirty="0">
                <a:ea typeface="Roboto"/>
                <a:cs typeface="Roboto"/>
              </a:rPr>
              <a:t>81 parameters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4AD85B-65CA-DC54-8855-284F5B426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42" y="1190242"/>
            <a:ext cx="6108180" cy="200722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A5C7754-BA03-ADD4-5A84-6C9D6EED0EB4}"/>
              </a:ext>
            </a:extLst>
          </p:cNvPr>
          <p:cNvSpPr/>
          <p:nvPr/>
        </p:nvSpPr>
        <p:spPr>
          <a:xfrm>
            <a:off x="548638" y="1175643"/>
            <a:ext cx="5751802" cy="2021819"/>
          </a:xfrm>
          <a:prstGeom prst="roundRect">
            <a:avLst/>
          </a:prstGeom>
          <a:noFill/>
          <a:ln w="50800">
            <a:solidFill>
              <a:srgbClr val="00B0F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 b="1" dirty="0">
              <a:solidFill>
                <a:srgbClr val="00B0F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C39B9E-74AB-6AE8-6081-9B20CDAFF9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0" y="3565894"/>
            <a:ext cx="3854905" cy="2308183"/>
          </a:xfrm>
          <a:prstGeom prst="rect">
            <a:avLst/>
          </a:prstGeom>
        </p:spPr>
      </p:pic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305630E1-CECD-0E46-E1A2-F369508B013A}"/>
              </a:ext>
            </a:extLst>
          </p:cNvPr>
          <p:cNvCxnSpPr>
            <a:cxnSpLocks/>
          </p:cNvCxnSpPr>
          <p:nvPr/>
        </p:nvCxnSpPr>
        <p:spPr>
          <a:xfrm>
            <a:off x="1371600" y="3212060"/>
            <a:ext cx="548640" cy="1371600"/>
          </a:xfrm>
          <a:prstGeom prst="bentConnector3">
            <a:avLst>
              <a:gd name="adj1" fmla="val 0"/>
            </a:avLst>
          </a:prstGeom>
          <a:ln w="63500" cap="flat">
            <a:solidFill>
              <a:srgbClr val="00B0F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2885591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4F7D8-0DDE-F6A1-7F49-E792B284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3351B-D3CE-054F-86E0-38347E7F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85A30-4B86-E05B-54E5-DE42970CAB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24154-CF87-27DA-3453-37F91E8F1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250" y="1325881"/>
            <a:ext cx="7683500" cy="4902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244E60-89A0-8E3A-195C-10D7849AE3E2}"/>
              </a:ext>
            </a:extLst>
          </p:cNvPr>
          <p:cNvSpPr txBox="1"/>
          <p:nvPr/>
        </p:nvSpPr>
        <p:spPr>
          <a:xfrm>
            <a:off x="-1396314" y="39665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799299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116C6-3789-279C-105B-D5549D8E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EBA774F-205A-F9A5-DEE8-9A7448B5E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76" y="2971800"/>
            <a:ext cx="10516447" cy="914400"/>
          </a:xfrm>
        </p:spPr>
        <p:txBody>
          <a:bodyPr anchor="ctr"/>
          <a:lstStyle/>
          <a:p>
            <a:pPr algn="ctr"/>
            <a:r>
              <a:rPr lang="en-US" dirty="0"/>
              <a:t>Part 2: Computer vision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654C0-A3B2-C871-8226-D46670BD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294A3D-3742-7A35-5616-77F7C588D7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42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94FDF-87F9-043B-37C2-870F31BE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E85F-31FF-E5C1-3DE7-56CC8A134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Common computer vision tasks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4374-DC75-38DB-81DB-99FFC798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EC151-8447-DA5B-2AE1-A5B1715491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78C74-B21B-D8BB-D9BF-286CFD3A45E6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BF9F57-DE22-DF63-3421-37626DC94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064" y="1426039"/>
            <a:ext cx="9515872" cy="400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73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C3856-2339-4D8C-9DF8-52FE1E93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F471-8F57-D58D-9B36-8E851C07C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challenges – Too many weights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ABFA2-F72A-B670-079A-AF979465C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904C2-42FC-8A9F-0CE2-30EFED09AA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D62C26-38BA-172E-2385-A138ADF24F27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1EE98C-5411-0F01-DAE3-F676EBF7D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727" y="3429000"/>
            <a:ext cx="5550545" cy="2775273"/>
          </a:xfrm>
          <a:prstGeom prst="rect">
            <a:avLst/>
          </a:prstGeom>
        </p:spPr>
      </p:pic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74071D4-593E-F7B2-8101-B0D4541291B6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9129768" cy="4138629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MLPs use one input node per pixel.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MNIST</a:t>
            </a:r>
            <a:r>
              <a:rPr lang="en-US" sz="1700" dirty="0">
                <a:ea typeface="Roboto"/>
                <a:cs typeface="Roboto"/>
              </a:rPr>
              <a:t> is a classic dataset of handwritten digits. The images are 28x28 grayscale.</a:t>
            </a:r>
            <a:br>
              <a:rPr lang="en-US" sz="1700" dirty="0">
                <a:ea typeface="Roboto"/>
                <a:cs typeface="Roboto"/>
              </a:rPr>
            </a:br>
            <a:r>
              <a:rPr lang="en-US" sz="1700" dirty="0">
                <a:ea typeface="Roboto"/>
                <a:cs typeface="Roboto"/>
              </a:rPr>
              <a:t>An MLP needs 28x28x1 + 1 = </a:t>
            </a:r>
            <a:r>
              <a:rPr lang="en-US" sz="1700" b="1" dirty="0">
                <a:ea typeface="Roboto"/>
                <a:cs typeface="Roboto"/>
              </a:rPr>
              <a:t>785 weights per neuron!</a:t>
            </a:r>
          </a:p>
          <a:p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Training difficulties arise, overfitting can appear.</a:t>
            </a:r>
          </a:p>
        </p:txBody>
      </p:sp>
    </p:spTree>
    <p:extLst>
      <p:ext uri="{BB962C8B-B14F-4D97-AF65-F5344CB8AC3E}">
        <p14:creationId xmlns:p14="http://schemas.microsoft.com/office/powerpoint/2010/main" val="1027459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5C42-F1F3-1360-5CD1-88C69A4D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5434-F817-3DF7-D2C0-4BBDB3F5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challenges – Too many weights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281E4-BB5A-5B7E-D4DF-04EF39A0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ABCEE-CB61-2A2F-5176-1DF7A8494E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0C05CD-C401-B3D6-B106-92BCF11AF35A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56DE89B3-12A6-CB88-4ADF-921777E8F20A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138629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MLPs use one input node per pixel.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CIFAR10 </a:t>
            </a:r>
            <a:r>
              <a:rPr lang="en-US" sz="1700" dirty="0">
                <a:ea typeface="Roboto"/>
                <a:cs typeface="Roboto"/>
              </a:rPr>
              <a:t>is a classic dataset of images in ten classes. The images are 32x32 RGB (color).</a:t>
            </a:r>
            <a:br>
              <a:rPr lang="en-US" sz="1700" dirty="0">
                <a:ea typeface="Roboto"/>
                <a:cs typeface="Roboto"/>
              </a:rPr>
            </a:br>
            <a:r>
              <a:rPr lang="en-US" sz="1700" dirty="0">
                <a:ea typeface="Roboto"/>
                <a:cs typeface="Roboto"/>
              </a:rPr>
              <a:t>An MLP needs 32x32x3 + 1 = </a:t>
            </a:r>
            <a:r>
              <a:rPr lang="en-US" sz="1700" b="1" dirty="0">
                <a:ea typeface="Roboto"/>
                <a:cs typeface="Roboto"/>
              </a:rPr>
              <a:t>3,073 weights per neuron!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Training difficulties arise, overfitting can appear.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3F98DB-DFED-3423-FCBF-ECBE50584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714" y="3224682"/>
            <a:ext cx="4898572" cy="300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03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89295-4ED5-DB06-9E6F-25357868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1E110-6736-F074-3BC9-4829C2AE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challenges – Too many weights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67E3-A2B2-6A72-74E6-588BC7E0F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F51DD-6D1E-8D94-DE07-E02F776932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EAC1B-AED3-0AAA-7784-E7C17D0DE0EF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E8C4ED5F-79BB-9B73-18F3-E83FA8046367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138629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MLPs use one input node per pixel.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ImageNet </a:t>
            </a:r>
            <a:r>
              <a:rPr lang="en-US" sz="1700" dirty="0">
                <a:ea typeface="Roboto"/>
                <a:cs typeface="Roboto"/>
              </a:rPr>
              <a:t>is a classic database of images in thousands of classes. The images are usually 224x224 RGB.</a:t>
            </a:r>
            <a:br>
              <a:rPr lang="en-US" sz="1700" dirty="0">
                <a:ea typeface="Roboto"/>
                <a:cs typeface="Roboto"/>
              </a:rPr>
            </a:br>
            <a:r>
              <a:rPr lang="en-US" sz="1700" dirty="0">
                <a:ea typeface="Roboto"/>
                <a:cs typeface="Roboto"/>
              </a:rPr>
              <a:t>An MLP needs 224x224x3 + 1 = </a:t>
            </a:r>
            <a:r>
              <a:rPr lang="en-US" sz="1700" b="1" dirty="0">
                <a:ea typeface="Roboto"/>
                <a:cs typeface="Roboto"/>
              </a:rPr>
              <a:t>150,529 weights per neuron!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Even for small images, this is already becoming very heavy to train.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0C25DD-3F96-6F89-C035-9C86E9AC4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118005"/>
            <a:ext cx="7772400" cy="266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72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343A5-1A31-B547-0F41-229B5AA9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EFFC-A3D4-CB5A-90AB-271604DC1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Challenges – image structure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A41C5-D83A-BF32-5E0B-4B78D1345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554EC-E2B5-E702-19B4-6758F05106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D1C57-8B1B-463E-B2FE-3E5668E329F8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FFDE7395-10D0-AA8C-440B-F838A03B3A57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5941370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Nearby pixels are more strongly related than distant 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Objects are built out of smaller parts.</a:t>
            </a:r>
          </a:p>
          <a:p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Images are invariant.</a:t>
            </a:r>
          </a:p>
          <a:p>
            <a:endParaRPr lang="en-US" sz="1700" dirty="0">
              <a:ea typeface="Roboto"/>
              <a:cs typeface="Robot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587CF2-1205-AE28-C43B-BDB450E2A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51131"/>
            <a:ext cx="5080465" cy="35809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8C1F2A-7850-08CA-4AD1-872192C25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512" y="3079635"/>
            <a:ext cx="1252548" cy="1114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48B6CC-E46C-9FB3-0E16-9EE1820EF0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850" y="3501796"/>
            <a:ext cx="1082443" cy="11142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F65B3B-F759-0EA8-1E30-3421752A66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573" y="5041409"/>
            <a:ext cx="1313056" cy="11642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84F9C1-10F2-D232-1AB1-90D9B47A53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336" y="5125842"/>
            <a:ext cx="7874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41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B4164-CDC7-CA58-D1D3-B31A7785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FA73-0397-70E3-ED4C-40A53A20E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Convolutional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4C661-7CBD-643B-F7BE-E2730357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533B8-CE50-5DB9-7D2B-8C0EB10A7D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81E22-A70D-DF97-C41D-938C06FBC09D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B8826E-A925-B9BD-5824-8A8A39CB9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134" y="1735266"/>
            <a:ext cx="6309732" cy="3472219"/>
          </a:xfrm>
          <a:prstGeom prst="rect">
            <a:avLst/>
          </a:prstGeom>
        </p:spPr>
      </p:pic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BFC6D22-A8B8-F089-DA44-81926EC8174B}"/>
              </a:ext>
            </a:extLst>
          </p:cNvPr>
          <p:cNvSpPr txBox="1">
            <a:spLocks/>
          </p:cNvSpPr>
          <p:nvPr/>
        </p:nvSpPr>
        <p:spPr>
          <a:xfrm>
            <a:off x="683198" y="1347069"/>
            <a:ext cx="10825604" cy="367009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Solution</a:t>
            </a:r>
            <a:r>
              <a:rPr lang="en-US" sz="1700" dirty="0">
                <a:ea typeface="Roboto"/>
                <a:cs typeface="Roboto"/>
              </a:rPr>
              <a:t>: Cut the image into smaller pieces and scan over the pieces</a:t>
            </a:r>
          </a:p>
        </p:txBody>
      </p:sp>
    </p:spTree>
    <p:extLst>
      <p:ext uri="{BB962C8B-B14F-4D97-AF65-F5344CB8AC3E}">
        <p14:creationId xmlns:p14="http://schemas.microsoft.com/office/powerpoint/2010/main" val="3834461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B79E-A0D3-2273-F16B-E1D72598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19A4-995D-E226-5B31-1CE2CE54D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Convolutional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EE0DA-CA59-4BF7-10AE-1EE79867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58758-075C-F4C5-CA72-D16BDB2F43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17B56-95C0-54DB-5608-2DEE1FC85E7C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27A711-ECE4-B94D-FABD-066B4A51C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74" y="2074272"/>
            <a:ext cx="2722517" cy="2722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C4A112-CA1C-0D22-BE53-7E1BCA273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99" y="4029746"/>
            <a:ext cx="2066471" cy="20717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220797-76FE-5AB8-A991-12137314B6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98" y="967114"/>
            <a:ext cx="2066471" cy="20717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D7F032-394B-0578-5D4B-DEE06E6ABAB6}"/>
                  </a:ext>
                </a:extLst>
              </p:cNvPr>
              <p:cNvSpPr txBox="1"/>
              <p:nvPr/>
            </p:nvSpPr>
            <p:spPr>
              <a:xfrm>
                <a:off x="4880962" y="4749277"/>
                <a:ext cx="1155701" cy="679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7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7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D7F032-394B-0578-5D4B-DEE06E6AB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962" y="4749277"/>
                <a:ext cx="1155701" cy="679268"/>
              </a:xfrm>
              <a:prstGeom prst="rect">
                <a:avLst/>
              </a:prstGeom>
              <a:blipFill>
                <a:blip r:embed="rId5"/>
                <a:stretch>
                  <a:fillRect t="-1818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44CED25-6AA8-09DB-D816-EB97E4A381C7}"/>
              </a:ext>
            </a:extLst>
          </p:cNvPr>
          <p:cNvSpPr txBox="1">
            <a:spLocks/>
          </p:cNvSpPr>
          <p:nvPr/>
        </p:nvSpPr>
        <p:spPr>
          <a:xfrm>
            <a:off x="4544876" y="2384524"/>
            <a:ext cx="2333973" cy="367009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Horizontal Line Filter</a:t>
            </a:r>
            <a:endParaRPr lang="en-US" sz="1700" dirty="0">
              <a:ea typeface="Roboto"/>
              <a:cs typeface="Robo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AF19F6-02EC-9D52-F51E-270239285F53}"/>
                  </a:ext>
                </a:extLst>
              </p:cNvPr>
              <p:cNvSpPr txBox="1"/>
              <p:nvPr/>
            </p:nvSpPr>
            <p:spPr>
              <a:xfrm>
                <a:off x="4802581" y="1663338"/>
                <a:ext cx="1155701" cy="679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7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7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AF19F6-02EC-9D52-F51E-270239285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581" y="1663338"/>
                <a:ext cx="1155701" cy="679268"/>
              </a:xfrm>
              <a:prstGeom prst="rect">
                <a:avLst/>
              </a:prstGeom>
              <a:blipFill>
                <a:blip r:embed="rId6"/>
                <a:stretch>
                  <a:fillRect t="-3704" r="-8791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217056E-F32F-1864-BFB9-07D308BBD64F}"/>
              </a:ext>
            </a:extLst>
          </p:cNvPr>
          <p:cNvSpPr txBox="1">
            <a:spLocks/>
          </p:cNvSpPr>
          <p:nvPr/>
        </p:nvSpPr>
        <p:spPr>
          <a:xfrm>
            <a:off x="4382912" y="5489129"/>
            <a:ext cx="2333973" cy="367009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Vertical Line Filter</a:t>
            </a:r>
            <a:endParaRPr lang="en-US" sz="1700" dirty="0">
              <a:ea typeface="Roboto"/>
              <a:cs typeface="Roboto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56C365-064D-71C4-CB36-5C3858BDE703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3605891" y="2568029"/>
            <a:ext cx="938985" cy="86750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516412-2E1D-F6BE-BBF4-2E54438E6D2F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605891" y="3435531"/>
            <a:ext cx="938985" cy="143256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AC72A2-60F2-A90B-AC58-7FBCC5F2C880}"/>
              </a:ext>
            </a:extLst>
          </p:cNvPr>
          <p:cNvCxnSpPr>
            <a:cxnSpLocks/>
          </p:cNvCxnSpPr>
          <p:nvPr/>
        </p:nvCxnSpPr>
        <p:spPr>
          <a:xfrm flipV="1">
            <a:off x="6235337" y="1995827"/>
            <a:ext cx="1193074" cy="714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74ACED-7CA9-7506-EC87-9F6AFEC41A05}"/>
              </a:ext>
            </a:extLst>
          </p:cNvPr>
          <p:cNvCxnSpPr>
            <a:cxnSpLocks/>
          </p:cNvCxnSpPr>
          <p:nvPr/>
        </p:nvCxnSpPr>
        <p:spPr>
          <a:xfrm flipV="1">
            <a:off x="6257108" y="5065604"/>
            <a:ext cx="1193074" cy="714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566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FACC0-6A4E-04F2-C8AF-026EB11C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9669B-4B7B-5F16-A37D-6AED148E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Why more than one filter?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D3974-46C2-1106-283E-50C49A6C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E5137-EF74-82C8-B7BA-684DBD1D76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7E1CA-0EEB-7BE0-2D3F-C83EA4F20394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F68868-15FD-20BB-D784-F9BEA3650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715315"/>
            <a:ext cx="3427369" cy="3427369"/>
          </a:xfrm>
          <a:prstGeom prst="rect">
            <a:avLst/>
          </a:prstGeom>
        </p:spPr>
      </p:pic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A747491-6932-42FF-B3EE-7C7788102DBD}"/>
              </a:ext>
            </a:extLst>
          </p:cNvPr>
          <p:cNvSpPr txBox="1">
            <a:spLocks/>
          </p:cNvSpPr>
          <p:nvPr/>
        </p:nvSpPr>
        <p:spPr>
          <a:xfrm>
            <a:off x="6096000" y="1325881"/>
            <a:ext cx="5149104" cy="4787536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LAYER 1:</a:t>
            </a:r>
          </a:p>
          <a:p>
            <a:endParaRPr lang="en-US" sz="1700" b="1" dirty="0">
              <a:ea typeface="Roboto"/>
              <a:cs typeface="Roboto"/>
            </a:endParaRPr>
          </a:p>
          <a:p>
            <a:r>
              <a:rPr lang="en-US" sz="1700" dirty="0">
                <a:solidFill>
                  <a:srgbClr val="FF0000"/>
                </a:solidFill>
                <a:ea typeface="Roboto"/>
                <a:cs typeface="Roboto"/>
              </a:rPr>
              <a:t>Filter 1: Horizontal Lines</a:t>
            </a:r>
          </a:p>
          <a:p>
            <a:endParaRPr lang="en-US" sz="1700" dirty="0">
              <a:solidFill>
                <a:srgbClr val="FF0000"/>
              </a:solidFill>
              <a:ea typeface="Roboto"/>
              <a:cs typeface="Roboto"/>
            </a:endParaRPr>
          </a:p>
          <a:p>
            <a:r>
              <a:rPr lang="en-US" sz="1700" dirty="0">
                <a:solidFill>
                  <a:srgbClr val="00B050"/>
                </a:solidFill>
                <a:ea typeface="Roboto"/>
                <a:cs typeface="Roboto"/>
              </a:rPr>
              <a:t>Filter 2: Vertical Lines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CBC70D-3B95-BBD0-240E-2D9408ACB2A9}"/>
              </a:ext>
            </a:extLst>
          </p:cNvPr>
          <p:cNvCxnSpPr>
            <a:cxnSpLocks/>
          </p:cNvCxnSpPr>
          <p:nvPr/>
        </p:nvCxnSpPr>
        <p:spPr>
          <a:xfrm flipH="1">
            <a:off x="2699657" y="1985554"/>
            <a:ext cx="1193074" cy="0"/>
          </a:xfrm>
          <a:prstGeom prst="line">
            <a:avLst/>
          </a:prstGeom>
          <a:ln w="50800" cap="flat">
            <a:solidFill>
              <a:srgbClr val="FF000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7F5CBD4-9E33-8C5D-F641-AA69998A82BB}"/>
              </a:ext>
            </a:extLst>
          </p:cNvPr>
          <p:cNvCxnSpPr>
            <a:cxnSpLocks/>
          </p:cNvCxnSpPr>
          <p:nvPr/>
        </p:nvCxnSpPr>
        <p:spPr>
          <a:xfrm flipH="1">
            <a:off x="1645920" y="5037908"/>
            <a:ext cx="2460171" cy="0"/>
          </a:xfrm>
          <a:prstGeom prst="line">
            <a:avLst/>
          </a:prstGeom>
          <a:ln w="50800" cap="flat">
            <a:solidFill>
              <a:srgbClr val="FF000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1E7E20-F4F0-0109-714A-3465628F1837}"/>
              </a:ext>
            </a:extLst>
          </p:cNvPr>
          <p:cNvCxnSpPr>
            <a:cxnSpLocks/>
          </p:cNvCxnSpPr>
          <p:nvPr/>
        </p:nvCxnSpPr>
        <p:spPr>
          <a:xfrm>
            <a:off x="3988525" y="2366554"/>
            <a:ext cx="0" cy="1062446"/>
          </a:xfrm>
          <a:prstGeom prst="line">
            <a:avLst/>
          </a:prstGeom>
          <a:ln w="50800" cap="flat">
            <a:solidFill>
              <a:srgbClr val="00B05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B93EDD8-5C97-7D5E-B000-C217DE7F8669}"/>
              </a:ext>
            </a:extLst>
          </p:cNvPr>
          <p:cNvCxnSpPr>
            <a:cxnSpLocks/>
          </p:cNvCxnSpPr>
          <p:nvPr/>
        </p:nvCxnSpPr>
        <p:spPr>
          <a:xfrm>
            <a:off x="2198914" y="2366554"/>
            <a:ext cx="0" cy="1763486"/>
          </a:xfrm>
          <a:prstGeom prst="line">
            <a:avLst/>
          </a:prstGeom>
          <a:ln w="50800" cap="flat">
            <a:solidFill>
              <a:srgbClr val="00B05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03003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3B5A-6544-CA28-351A-1FF676D2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638D-50D8-E7A8-DF82-E75B6328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Why more than one layer?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C3A08-E822-F7DA-00CA-DDCBA26F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DA5EC-8D11-38D3-AB35-2298B72B84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DE454-7BD0-2824-49C9-DF0507E225A1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A9A5F-A8F1-808B-F4E5-0BEE1AE68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715315"/>
            <a:ext cx="3427369" cy="3427369"/>
          </a:xfrm>
          <a:prstGeom prst="rect">
            <a:avLst/>
          </a:prstGeom>
        </p:spPr>
      </p:pic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D6E8342-62A6-1022-E92F-559F399C953D}"/>
              </a:ext>
            </a:extLst>
          </p:cNvPr>
          <p:cNvSpPr txBox="1">
            <a:spLocks/>
          </p:cNvSpPr>
          <p:nvPr/>
        </p:nvSpPr>
        <p:spPr>
          <a:xfrm>
            <a:off x="6096000" y="1325881"/>
            <a:ext cx="5149104" cy="4787536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LAYER 2:</a:t>
            </a:r>
          </a:p>
          <a:p>
            <a:endParaRPr lang="en-US" sz="1700" b="1" dirty="0">
              <a:ea typeface="Roboto"/>
              <a:cs typeface="Roboto"/>
            </a:endParaRPr>
          </a:p>
          <a:p>
            <a:r>
              <a:rPr lang="en-US" sz="1700" dirty="0">
                <a:solidFill>
                  <a:srgbClr val="7030A0"/>
                </a:solidFill>
                <a:ea typeface="Roboto"/>
                <a:cs typeface="Roboto"/>
              </a:rPr>
              <a:t>Combine horizontal and vertical lines from Layer 1 to produce diagonal lines.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C80314-3758-0ADD-3ED9-129950A893D3}"/>
              </a:ext>
            </a:extLst>
          </p:cNvPr>
          <p:cNvCxnSpPr>
            <a:cxnSpLocks/>
          </p:cNvCxnSpPr>
          <p:nvPr/>
        </p:nvCxnSpPr>
        <p:spPr>
          <a:xfrm flipH="1">
            <a:off x="1645920" y="3222171"/>
            <a:ext cx="661851" cy="1815737"/>
          </a:xfrm>
          <a:prstGeom prst="line">
            <a:avLst/>
          </a:prstGeom>
          <a:ln w="50800" cap="flat">
            <a:solidFill>
              <a:srgbClr val="7030A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DF3366-2D8B-8B6F-D8B7-7ABEF22022C4}"/>
              </a:ext>
            </a:extLst>
          </p:cNvPr>
          <p:cNvCxnSpPr>
            <a:cxnSpLocks/>
          </p:cNvCxnSpPr>
          <p:nvPr/>
        </p:nvCxnSpPr>
        <p:spPr>
          <a:xfrm flipH="1">
            <a:off x="4036424" y="4206513"/>
            <a:ext cx="274319" cy="936171"/>
          </a:xfrm>
          <a:prstGeom prst="line">
            <a:avLst/>
          </a:prstGeom>
          <a:ln w="50800" cap="flat">
            <a:solidFill>
              <a:srgbClr val="7030A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1527267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B0685-1B9D-364F-7AA0-F4F6C1F2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A029-B685-BEFA-3895-B952970D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Why more than one layer?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4CBF9-AD34-E5A9-B2FE-2D16D16D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298AA-F76B-33AC-25D9-ED0C585BE8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49F03-68FF-E6AD-A0BC-6D3FB44B45E3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AB35A7-E81E-DB35-BBB3-0A5246C99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715315"/>
            <a:ext cx="3427369" cy="3427369"/>
          </a:xfrm>
          <a:prstGeom prst="rect">
            <a:avLst/>
          </a:prstGeom>
        </p:spPr>
      </p:pic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DB206E88-C8C2-3BCE-2682-1864803B56DB}"/>
              </a:ext>
            </a:extLst>
          </p:cNvPr>
          <p:cNvSpPr txBox="1">
            <a:spLocks/>
          </p:cNvSpPr>
          <p:nvPr/>
        </p:nvSpPr>
        <p:spPr>
          <a:xfrm>
            <a:off x="6096000" y="1325881"/>
            <a:ext cx="5149104" cy="4787536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LAYER 3:</a:t>
            </a:r>
          </a:p>
          <a:p>
            <a:endParaRPr lang="en-US" sz="1700" b="1" dirty="0">
              <a:ea typeface="Roboto"/>
              <a:cs typeface="Roboto"/>
            </a:endParaRPr>
          </a:p>
          <a:p>
            <a:r>
              <a:rPr lang="en-US" sz="1700" dirty="0">
                <a:solidFill>
                  <a:srgbClr val="F16521"/>
                </a:solidFill>
                <a:ea typeface="Roboto"/>
                <a:cs typeface="Roboto"/>
              </a:rPr>
              <a:t>Combine diagonal lines from Layer 2 to identify shapes.</a:t>
            </a:r>
          </a:p>
          <a:p>
            <a:endParaRPr lang="en-US" sz="1700" dirty="0">
              <a:solidFill>
                <a:srgbClr val="7030A0"/>
              </a:solidFill>
              <a:ea typeface="Roboto"/>
              <a:cs typeface="Roboto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CF1FDB6-2C9B-B686-572D-15244E4277A3}"/>
              </a:ext>
            </a:extLst>
          </p:cNvPr>
          <p:cNvCxnSpPr>
            <a:cxnSpLocks/>
          </p:cNvCxnSpPr>
          <p:nvPr/>
        </p:nvCxnSpPr>
        <p:spPr>
          <a:xfrm flipH="1">
            <a:off x="1645920" y="3222171"/>
            <a:ext cx="661851" cy="1815737"/>
          </a:xfrm>
          <a:prstGeom prst="line">
            <a:avLst/>
          </a:prstGeom>
          <a:ln w="50800" cap="flat">
            <a:solidFill>
              <a:srgbClr val="F1652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8FAFAF-DEC2-75BE-7D67-BEAE9D378A9D}"/>
              </a:ext>
            </a:extLst>
          </p:cNvPr>
          <p:cNvCxnSpPr>
            <a:cxnSpLocks/>
          </p:cNvCxnSpPr>
          <p:nvPr/>
        </p:nvCxnSpPr>
        <p:spPr>
          <a:xfrm flipH="1">
            <a:off x="4027715" y="4101737"/>
            <a:ext cx="274319" cy="936171"/>
          </a:xfrm>
          <a:prstGeom prst="line">
            <a:avLst/>
          </a:prstGeom>
          <a:ln w="50800" cap="flat">
            <a:solidFill>
              <a:srgbClr val="F1652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2B8517-D854-FA6C-8D3B-1E5C4C3C4982}"/>
              </a:ext>
            </a:extLst>
          </p:cNvPr>
          <p:cNvCxnSpPr>
            <a:cxnSpLocks/>
          </p:cNvCxnSpPr>
          <p:nvPr/>
        </p:nvCxnSpPr>
        <p:spPr>
          <a:xfrm>
            <a:off x="3831771" y="1854926"/>
            <a:ext cx="470263" cy="2246811"/>
          </a:xfrm>
          <a:prstGeom prst="line">
            <a:avLst/>
          </a:prstGeom>
          <a:ln w="50800" cap="flat">
            <a:solidFill>
              <a:srgbClr val="F1652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8F6044-AE03-DD2B-0D47-EB5555925732}"/>
              </a:ext>
            </a:extLst>
          </p:cNvPr>
          <p:cNvCxnSpPr>
            <a:cxnSpLocks/>
          </p:cNvCxnSpPr>
          <p:nvPr/>
        </p:nvCxnSpPr>
        <p:spPr>
          <a:xfrm flipH="1" flipV="1">
            <a:off x="1898469" y="2121489"/>
            <a:ext cx="409302" cy="1100682"/>
          </a:xfrm>
          <a:prstGeom prst="line">
            <a:avLst/>
          </a:prstGeom>
          <a:ln w="50800" cap="flat">
            <a:solidFill>
              <a:srgbClr val="F1652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BD9BC4-4EA1-DCB7-5CDF-BBDB6EEC9719}"/>
              </a:ext>
            </a:extLst>
          </p:cNvPr>
          <p:cNvCxnSpPr>
            <a:cxnSpLocks/>
          </p:cNvCxnSpPr>
          <p:nvPr/>
        </p:nvCxnSpPr>
        <p:spPr>
          <a:xfrm flipH="1">
            <a:off x="1898469" y="1854926"/>
            <a:ext cx="1933302" cy="266563"/>
          </a:xfrm>
          <a:prstGeom prst="line">
            <a:avLst/>
          </a:prstGeom>
          <a:ln w="50800" cap="flat">
            <a:solidFill>
              <a:srgbClr val="F1652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7794E16-A271-68E3-8607-80195156FFBA}"/>
              </a:ext>
            </a:extLst>
          </p:cNvPr>
          <p:cNvCxnSpPr>
            <a:cxnSpLocks/>
          </p:cNvCxnSpPr>
          <p:nvPr/>
        </p:nvCxnSpPr>
        <p:spPr>
          <a:xfrm flipH="1">
            <a:off x="1645920" y="5037908"/>
            <a:ext cx="2381795" cy="0"/>
          </a:xfrm>
          <a:prstGeom prst="line">
            <a:avLst/>
          </a:prstGeom>
          <a:ln w="50800" cap="flat">
            <a:solidFill>
              <a:srgbClr val="F1652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1661203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63EE-642F-E08D-7E27-8535FBAC4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1308-EDC8-3BD4-DCB2-BB9F458E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54B8-1999-D758-9DD8-379769E4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1C3BF-40C6-034F-2715-F2DD364EA6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AAFCA-9C96-8D51-B0B6-A3A5227AF5AC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5FB79815-229C-08D6-4BF8-C8F06C3ADC9F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 CNN (Convolutional Neural Network) scans small filters across the image.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✅ </a:t>
            </a:r>
            <a:r>
              <a:rPr lang="en-US" sz="1700" b="1" dirty="0">
                <a:ea typeface="Roboto"/>
                <a:cs typeface="Roboto"/>
              </a:rPr>
              <a:t>Too many weights: </a:t>
            </a:r>
            <a:r>
              <a:rPr lang="en-US" sz="1700" dirty="0">
                <a:ea typeface="Roboto"/>
                <a:cs typeface="Roboto"/>
              </a:rPr>
              <a:t>instead of one input per pixel, a small filter is reused across the whole image.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✅ </a:t>
            </a:r>
            <a:r>
              <a:rPr lang="en-US" sz="1700" b="1" dirty="0">
                <a:ea typeface="Roboto"/>
                <a:cs typeface="Roboto"/>
              </a:rPr>
              <a:t>Image structure: </a:t>
            </a:r>
            <a:r>
              <a:rPr lang="en-US" sz="1700" dirty="0">
                <a:ea typeface="Roboto"/>
                <a:cs typeface="Roboto"/>
              </a:rPr>
              <a:t>each filter looks at a small patch and works anywhere in the image.</a:t>
            </a:r>
          </a:p>
        </p:txBody>
      </p:sp>
      <p:pic>
        <p:nvPicPr>
          <p:cNvPr id="7" name="Google Shape;289;g34533193377_0_93">
            <a:extLst>
              <a:ext uri="{FF2B5EF4-FFF2-40B4-BE49-F238E27FC236}">
                <a16:creationId xmlns:a16="http://schemas.microsoft.com/office/drawing/2014/main" id="{3A09B1CC-99DA-3A96-4781-2C6CCCD4921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53333" y="3260786"/>
            <a:ext cx="9085333" cy="227133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2D52E3-0CC6-9F7B-CB45-46899785317E}"/>
              </a:ext>
            </a:extLst>
          </p:cNvPr>
          <p:cNvSpPr txBox="1"/>
          <p:nvPr/>
        </p:nvSpPr>
        <p:spPr>
          <a:xfrm>
            <a:off x="-722811" y="-9753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301644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310A-9C52-3F25-2047-7EEFE185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3F12512E-FD91-7A04-A5BE-996C2318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76" y="2971800"/>
            <a:ext cx="10516447" cy="914400"/>
          </a:xfrm>
        </p:spPr>
        <p:txBody>
          <a:bodyPr anchor="ctr"/>
          <a:lstStyle/>
          <a:p>
            <a:pPr algn="ctr"/>
            <a:r>
              <a:rPr lang="en-US" dirty="0"/>
              <a:t>Part 3: natural language processing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2E912B-C82D-F4EA-F731-547EB316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BD8B97-0831-640D-EFCE-B97761C29F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30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D2EF-CAA7-BA8C-01F0-D9B14E57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74E8-D963-A582-20DF-642E861EA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Natural language processing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0B3F-B2DC-6583-B9F9-E8D861697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F31E7-DAF5-6792-3002-F67BB763D6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08160-1F38-A844-8F35-A698DFA40CE7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631E7D5-BE79-2B40-8C3C-E90E986E87D2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Natural Language Processing (NLP)</a:t>
            </a:r>
            <a:r>
              <a:rPr lang="en-US" sz="1700" dirty="0">
                <a:ea typeface="Roboto"/>
                <a:cs typeface="Roboto"/>
              </a:rPr>
              <a:t> is the design and analysis of computational algorithms and representations for processing natural human language.</a:t>
            </a:r>
          </a:p>
          <a:p>
            <a:endParaRPr lang="en-US" sz="1700" b="1" dirty="0">
              <a:ea typeface="Roboto"/>
              <a:cs typeface="Roboto"/>
            </a:endParaRPr>
          </a:p>
          <a:p>
            <a:r>
              <a:rPr lang="en-US" sz="1700" b="1" dirty="0">
                <a:ea typeface="Roboto"/>
                <a:cs typeface="Roboto"/>
              </a:rPr>
              <a:t>Language Modeling (LM) </a:t>
            </a:r>
            <a:r>
              <a:rPr lang="en-US" sz="1700" dirty="0">
                <a:ea typeface="Roboto"/>
                <a:cs typeface="Roboto"/>
              </a:rPr>
              <a:t>is a subset of NLP that analyzes text and predicts the most likely next word or sequence of words in a given context.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FAE0EE-F3F5-687D-FD81-D1CD0FAA0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727" y="2664823"/>
            <a:ext cx="5672545" cy="378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91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07BC5-33A9-15C3-4DEF-402B0E50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F3A3D-EC8B-8D5C-E602-87531663F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Common language modeling Tasks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23650-0AA0-41CF-F8DF-AB375A77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507A6-4A9B-12A8-3B0D-192DC25DA1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7C6C0-4EFC-70DC-6B4A-67AB28EC7291}"/>
              </a:ext>
            </a:extLst>
          </p:cNvPr>
          <p:cNvSpPr txBox="1"/>
          <p:nvPr/>
        </p:nvSpPr>
        <p:spPr>
          <a:xfrm>
            <a:off x="2755098" y="17453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1A4BCC-EBD9-BB2F-8878-950EE74FB0AC}"/>
              </a:ext>
            </a:extLst>
          </p:cNvPr>
          <p:cNvSpPr txBox="1"/>
          <p:nvPr/>
        </p:nvSpPr>
        <p:spPr>
          <a:xfrm>
            <a:off x="1048961" y="17230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942781-3D3B-59B6-5341-D66FE8B68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547" y="1163256"/>
            <a:ext cx="3209693" cy="19258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CB2265-64A9-7663-21CE-1F08AAF01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662" y="3789540"/>
            <a:ext cx="2939045" cy="1955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657C88-9EE0-B252-A445-24B46F92F4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00" y="3835276"/>
            <a:ext cx="3103756" cy="2090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765AE9-41DF-13C7-EC3F-5412CF5CA3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057" y="908385"/>
            <a:ext cx="1793516" cy="22041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49964B-E642-AD06-77BA-F358F715DC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144" y="4613907"/>
            <a:ext cx="2117338" cy="11857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84AE871-74BC-44E8-22E9-E37663FA6A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28" y="1521105"/>
            <a:ext cx="2079702" cy="1684559"/>
          </a:xfrm>
          <a:prstGeom prst="rect">
            <a:avLst/>
          </a:prstGeom>
        </p:spPr>
      </p:pic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BDD402DF-13D3-0EC7-02C7-30E789896F10}"/>
              </a:ext>
            </a:extLst>
          </p:cNvPr>
          <p:cNvSpPr txBox="1">
            <a:spLocks/>
          </p:cNvSpPr>
          <p:nvPr/>
        </p:nvSpPr>
        <p:spPr>
          <a:xfrm>
            <a:off x="1213518" y="3196080"/>
            <a:ext cx="2294921" cy="313348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Text Recognition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9E6807C-F1A0-2C01-BCCB-93CEB541437B}"/>
              </a:ext>
            </a:extLst>
          </p:cNvPr>
          <p:cNvSpPr txBox="1">
            <a:spLocks/>
          </p:cNvSpPr>
          <p:nvPr/>
        </p:nvSpPr>
        <p:spPr>
          <a:xfrm>
            <a:off x="4384870" y="3205664"/>
            <a:ext cx="2939045" cy="313348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Named Entity Recognition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4E3AF98-BE39-5690-7D8C-D068D5767888}"/>
              </a:ext>
            </a:extLst>
          </p:cNvPr>
          <p:cNvSpPr txBox="1">
            <a:spLocks/>
          </p:cNvSpPr>
          <p:nvPr/>
        </p:nvSpPr>
        <p:spPr>
          <a:xfrm>
            <a:off x="7723292" y="3205664"/>
            <a:ext cx="2939045" cy="313348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Sentence Prediction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C7F3338F-C0F8-FF9E-3282-DC243F89A3F1}"/>
              </a:ext>
            </a:extLst>
          </p:cNvPr>
          <p:cNvSpPr txBox="1">
            <a:spLocks/>
          </p:cNvSpPr>
          <p:nvPr/>
        </p:nvSpPr>
        <p:spPr>
          <a:xfrm>
            <a:off x="879560" y="5948618"/>
            <a:ext cx="2939045" cy="313348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Translation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643548DF-CBC2-EEDB-DF54-CD6D129C72A6}"/>
              </a:ext>
            </a:extLst>
          </p:cNvPr>
          <p:cNvSpPr txBox="1">
            <a:spLocks/>
          </p:cNvSpPr>
          <p:nvPr/>
        </p:nvSpPr>
        <p:spPr>
          <a:xfrm>
            <a:off x="4377661" y="5948618"/>
            <a:ext cx="2939045" cy="313348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Sentiment Analysis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1921701-D62B-5E8F-36B2-793930B5D772}"/>
              </a:ext>
            </a:extLst>
          </p:cNvPr>
          <p:cNvSpPr txBox="1">
            <a:spLocks/>
          </p:cNvSpPr>
          <p:nvPr/>
        </p:nvSpPr>
        <p:spPr>
          <a:xfrm>
            <a:off x="7723291" y="5948618"/>
            <a:ext cx="2939045" cy="313348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Text To Speech</a:t>
            </a:r>
          </a:p>
        </p:txBody>
      </p:sp>
    </p:spTree>
    <p:extLst>
      <p:ext uri="{BB962C8B-B14F-4D97-AF65-F5344CB8AC3E}">
        <p14:creationId xmlns:p14="http://schemas.microsoft.com/office/powerpoint/2010/main" val="2511948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F4ED6-6CC5-FAC8-94D4-43617746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E72FC-296C-7933-A323-C349A909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Language modeling – starting point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90EA0-773C-A658-0BD4-E12C3457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7BE79-268B-FF54-0440-994C972BE0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EE81E-2B0B-8319-5B1C-BBC781A71C0A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E782B78-3B51-E77D-CEDF-5706FA34AB1C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We need to split the text into smaller units, or </a:t>
            </a:r>
            <a:r>
              <a:rPr lang="en-US" sz="1700" b="1" dirty="0">
                <a:ea typeface="Roboto"/>
                <a:cs typeface="Roboto"/>
              </a:rPr>
              <a:t>tokens</a:t>
            </a:r>
            <a:r>
              <a:rPr lang="en-US" sz="1700" dirty="0">
                <a:ea typeface="Roboto"/>
                <a:cs typeface="Roboto"/>
              </a:rPr>
              <a:t>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The text will be a sequence of tokens, each containing a part of the information. The entire set of tokens is called the </a:t>
            </a:r>
            <a:r>
              <a:rPr lang="en-US" sz="1700" b="1" dirty="0">
                <a:ea typeface="Roboto"/>
                <a:cs typeface="Roboto"/>
              </a:rPr>
              <a:t>vocabulary</a:t>
            </a:r>
            <a:r>
              <a:rPr lang="en-US" sz="1700" dirty="0">
                <a:ea typeface="Roboto"/>
                <a:cs typeface="Roboto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60C95A-C63D-2F4C-AF0D-E1E9EF81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564701"/>
            <a:ext cx="7772400" cy="388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23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7D7F4-5208-A38E-3F83-0EE822969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83EB-40C3-11AB-85BA-6B9715C3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Language modeling – embeddings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1EDF9-09C4-65AE-1AA5-D80F2340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12644-0205-4F3E-06B4-49B77C504A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58482-C29B-894F-D75A-A98A867A5302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010864D-242F-4D67-BADF-18CA247F9E7F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Computers do not natively understand words. We need to convert the tokens into numbers.</a:t>
            </a:r>
          </a:p>
          <a:p>
            <a:endParaRPr lang="en-US" sz="1700" dirty="0">
              <a:ea typeface="Roboto"/>
              <a:cs typeface="Roboto"/>
            </a:endParaRPr>
          </a:p>
          <a:p>
            <a:endParaRPr lang="en-US" sz="1700" b="1" dirty="0">
              <a:ea typeface="Roboto"/>
              <a:cs typeface="Roboto"/>
            </a:endParaRPr>
          </a:p>
          <a:p>
            <a:endParaRPr lang="en-US" sz="1700" b="1" dirty="0">
              <a:ea typeface="Roboto"/>
              <a:cs typeface="Roboto"/>
            </a:endParaRPr>
          </a:p>
          <a:p>
            <a:endParaRPr lang="en-US" sz="1700" b="1" dirty="0">
              <a:ea typeface="Roboto"/>
              <a:cs typeface="Robo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2B8E2A-AD56-7DF4-8627-AEE3F3F8B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" y="2173375"/>
            <a:ext cx="5139354" cy="3426236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76702609-8425-F10B-917B-654CFD96FCB1}"/>
              </a:ext>
            </a:extLst>
          </p:cNvPr>
          <p:cNvSpPr/>
          <p:nvPr/>
        </p:nvSpPr>
        <p:spPr>
          <a:xfrm>
            <a:off x="7029556" y="1985554"/>
            <a:ext cx="4152250" cy="1764282"/>
          </a:xfrm>
          <a:prstGeom prst="wedgeEllipseCallout">
            <a:avLst>
              <a:gd name="adj1" fmla="val -64742"/>
              <a:gd name="adj2" fmla="val 53747"/>
            </a:avLst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400" dirty="0">
                <a:solidFill>
                  <a:schemeClr val="tx1"/>
                </a:solidFill>
              </a:rPr>
              <a:t>One-hot encoding of the word “cat”</a:t>
            </a:r>
          </a:p>
          <a:p>
            <a:pPr algn="ctr">
              <a:lnSpc>
                <a:spcPct val="95000"/>
              </a:lnSpc>
            </a:pPr>
            <a:endParaRPr lang="en-US" sz="1400" dirty="0">
              <a:solidFill>
                <a:schemeClr val="tx1"/>
              </a:solidFill>
            </a:endParaRPr>
          </a:p>
          <a:p>
            <a:pPr algn="ctr">
              <a:lnSpc>
                <a:spcPct val="95000"/>
              </a:lnSpc>
            </a:pPr>
            <a:r>
              <a:rPr lang="en-US" sz="1400" dirty="0">
                <a:solidFill>
                  <a:schemeClr val="tx1"/>
                </a:solidFill>
              </a:rPr>
              <a:t>(length of this vector is size of vocabulary)</a:t>
            </a:r>
          </a:p>
        </p:txBody>
      </p:sp>
    </p:spTree>
    <p:extLst>
      <p:ext uri="{BB962C8B-B14F-4D97-AF65-F5344CB8AC3E}">
        <p14:creationId xmlns:p14="http://schemas.microsoft.com/office/powerpoint/2010/main" val="1654687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D639C-3B2E-FEC1-0863-CA785964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FB83-D5F3-0BF7-91DF-B42B9DCC3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Language modeling – embeddings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67C66-3686-A3AB-FDB4-3E63ECC5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5B241-CA1C-62DD-DA7A-42DEC2253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E5ECD-17B9-5F84-82C1-801DE7975927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073811-44AF-7788-2F5D-9E3334234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74" y="2675361"/>
            <a:ext cx="4941026" cy="2856758"/>
          </a:xfrm>
          <a:prstGeom prst="rect">
            <a:avLst/>
          </a:prstGeom>
        </p:spPr>
      </p:pic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752898D-D6A4-07DE-F6CB-84FAED6244F3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Computers do not natively understand words. We need to convert the tokens into numbers.</a:t>
            </a:r>
          </a:p>
          <a:p>
            <a:endParaRPr lang="en-US" sz="1700" dirty="0">
              <a:ea typeface="Roboto"/>
              <a:cs typeface="Roboto"/>
            </a:endParaRPr>
          </a:p>
          <a:p>
            <a:endParaRPr lang="en-US" sz="1700" b="1" dirty="0">
              <a:ea typeface="Roboto"/>
              <a:cs typeface="Roboto"/>
            </a:endParaRPr>
          </a:p>
          <a:p>
            <a:endParaRPr lang="en-US" sz="1700" b="1" dirty="0">
              <a:ea typeface="Roboto"/>
              <a:cs typeface="Roboto"/>
            </a:endParaRPr>
          </a:p>
          <a:p>
            <a:endParaRPr lang="en-US" sz="1700" b="1" dirty="0">
              <a:ea typeface="Roboto"/>
              <a:cs typeface="Roboto"/>
            </a:endParaRP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5EF1AAAE-0A47-3733-9B37-A7C1E4334A58}"/>
              </a:ext>
            </a:extLst>
          </p:cNvPr>
          <p:cNvSpPr/>
          <p:nvPr/>
        </p:nvSpPr>
        <p:spPr>
          <a:xfrm>
            <a:off x="6702334" y="2240281"/>
            <a:ext cx="4215548" cy="2051665"/>
          </a:xfrm>
          <a:prstGeom prst="wedgeEllipseCallout">
            <a:avLst>
              <a:gd name="adj1" fmla="val -64742"/>
              <a:gd name="adj2" fmla="val 53747"/>
            </a:avLst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400" dirty="0">
                <a:solidFill>
                  <a:schemeClr val="tx1"/>
                </a:solidFill>
              </a:rPr>
              <a:t>We can also use pre-existing trained word embeddings.</a:t>
            </a:r>
          </a:p>
          <a:p>
            <a:pPr algn="ctr">
              <a:lnSpc>
                <a:spcPct val="95000"/>
              </a:lnSpc>
            </a:pPr>
            <a:endParaRPr lang="en-US" sz="1400" dirty="0">
              <a:solidFill>
                <a:schemeClr val="tx1"/>
              </a:solidFill>
            </a:endParaRPr>
          </a:p>
          <a:p>
            <a:pPr algn="ctr">
              <a:lnSpc>
                <a:spcPct val="95000"/>
              </a:lnSpc>
            </a:pPr>
            <a:r>
              <a:rPr lang="en-US" sz="1400" dirty="0">
                <a:solidFill>
                  <a:schemeClr val="tx1"/>
                </a:solidFill>
              </a:rPr>
              <a:t>These embeddings have nice properties where words that are semantically similar are close to one another in space.</a:t>
            </a:r>
          </a:p>
        </p:txBody>
      </p:sp>
    </p:spTree>
    <p:extLst>
      <p:ext uri="{BB962C8B-B14F-4D97-AF65-F5344CB8AC3E}">
        <p14:creationId xmlns:p14="http://schemas.microsoft.com/office/powerpoint/2010/main" val="3069219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6925F-12FB-1309-A503-34F7032D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DB2C-EBAF-A143-B268-916BC0C38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Language modeling –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85969-B663-238C-7B5A-FF8F1480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60C49-34E4-4C33-5E90-1C98FC3449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DAD72-B610-02A0-86E1-C5EAB14F7FFB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0BE199FE-29CD-B85C-1AE9-FEAD2DCD283B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How can we use these embeddings to build a LM?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Remember, we only need a system that can estimate the probability of the next word given the previous words:</a:t>
            </a:r>
          </a:p>
          <a:p>
            <a:endParaRPr lang="en-US" sz="1700" dirty="0">
              <a:ea typeface="Roboto"/>
              <a:cs typeface="Roboto"/>
            </a:endParaRPr>
          </a:p>
          <a:p>
            <a:endParaRPr lang="en-US" sz="1700" b="1" dirty="0">
              <a:ea typeface="Roboto"/>
              <a:cs typeface="Roboto"/>
            </a:endParaRPr>
          </a:p>
          <a:p>
            <a:endParaRPr lang="en-US" sz="1700" b="1" dirty="0">
              <a:ea typeface="Roboto"/>
              <a:cs typeface="Roboto"/>
            </a:endParaRPr>
          </a:p>
          <a:p>
            <a:endParaRPr lang="en-US" sz="1700" b="1" dirty="0">
              <a:ea typeface="Roboto"/>
              <a:cs typeface="Roboto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0E77AE-C637-20AE-0CC9-4CB70AAAD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542735"/>
            <a:ext cx="7772400" cy="390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27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8DC4D-CEFE-4B56-AD24-C850BA80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1CB4-2138-422C-0CCC-946027DB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Language modeling –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E6838-914F-DB0B-67E1-9DC000E90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01295-D854-3F5E-BD18-A00E8F1D61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AE787-4378-CF9D-AF7F-A067B8875AD2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C37C22A5-8D65-D2C8-A7E6-D88BA6E8D2C0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MLP Issues:</a:t>
            </a:r>
          </a:p>
          <a:p>
            <a:r>
              <a:rPr lang="en-US" sz="1700" dirty="0">
                <a:ea typeface="Roboto"/>
                <a:cs typeface="Roboto"/>
              </a:rPr>
              <a:t>	To predict one word, we feed in the whole window at once</a:t>
            </a:r>
          </a:p>
          <a:p>
            <a:r>
              <a:rPr lang="en-US" sz="1700" dirty="0">
                <a:ea typeface="Roboto"/>
                <a:cs typeface="Roboto"/>
              </a:rPr>
              <a:t>	A bigger window means many more weights – the </a:t>
            </a:r>
            <a:r>
              <a:rPr lang="en-US" sz="1700" i="1" dirty="0">
                <a:ea typeface="Roboto"/>
                <a:cs typeface="Roboto"/>
              </a:rPr>
              <a:t>same </a:t>
            </a:r>
            <a:r>
              <a:rPr lang="en-US" sz="1700" dirty="0">
                <a:ea typeface="Roboto"/>
                <a:cs typeface="Roboto"/>
              </a:rPr>
              <a:t>problem we hit with images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b="1" dirty="0">
                <a:ea typeface="Roboto"/>
                <a:cs typeface="Roboto"/>
              </a:rPr>
              <a:t>We want a system that:</a:t>
            </a:r>
          </a:p>
          <a:p>
            <a:r>
              <a:rPr lang="en-US" sz="1700" dirty="0">
                <a:ea typeface="Roboto"/>
                <a:cs typeface="Roboto"/>
              </a:rPr>
              <a:t>	Carries memory forward as it reads, so early words can still matter</a:t>
            </a:r>
          </a:p>
          <a:p>
            <a:r>
              <a:rPr lang="en-US" sz="1700" dirty="0">
                <a:ea typeface="Roboto"/>
                <a:cs typeface="Roboto"/>
              </a:rPr>
              <a:t>	Reads one word at a time and predicts what comes next</a:t>
            </a:r>
          </a:p>
        </p:txBody>
      </p:sp>
    </p:spTree>
    <p:extLst>
      <p:ext uri="{BB962C8B-B14F-4D97-AF65-F5344CB8AC3E}">
        <p14:creationId xmlns:p14="http://schemas.microsoft.com/office/powerpoint/2010/main" val="2464356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A3595-35CA-AD89-C233-B671F392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9C1D-60E4-18C1-60CF-32905A3E6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Recurrent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1C2FC-045E-8406-6448-B15826D2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B7DAA-B785-D480-81CD-51B076D593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BA4A4-6A43-8582-DA6F-C495D8CA5423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58E1C8-05CE-0E20-1A10-0B46E9878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151" y="2667552"/>
            <a:ext cx="6829697" cy="3778967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0FB4AC-93FB-8ECB-F48C-1E1820F90490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Maintain memory of previous inputs via loops in the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Used in time series prediction, language modeling, and any task with a sequential / temporal aspect</a:t>
            </a:r>
          </a:p>
          <a:p>
            <a:endParaRPr lang="en-US" sz="1700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0377001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2729C-FFE9-DBC9-5EBA-97FBDFD5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34BE-49FD-338B-EC7D-21C9BED3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Recurrent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C4DEE-E3F6-28EA-8575-CBF06632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F6348-5C4E-A0E1-3835-A99DE91ABC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1D98E-8FC2-BAB3-C206-AAEC37C924E9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86F567-BA52-4235-9036-05DF74354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25881"/>
            <a:ext cx="10890823" cy="3411582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10D68D1A-E9B5-BEF4-7D8E-7662FB864CFE}"/>
              </a:ext>
            </a:extLst>
          </p:cNvPr>
          <p:cNvSpPr txBox="1">
            <a:spLocks/>
          </p:cNvSpPr>
          <p:nvPr/>
        </p:nvSpPr>
        <p:spPr>
          <a:xfrm>
            <a:off x="235132" y="4887474"/>
            <a:ext cx="1881051" cy="530637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ea typeface="Roboto"/>
                <a:cs typeface="Roboto"/>
              </a:rPr>
              <a:t>Vanilla Network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E1170D6-0557-567A-30B1-32376E91943A}"/>
              </a:ext>
            </a:extLst>
          </p:cNvPr>
          <p:cNvSpPr txBox="1">
            <a:spLocks/>
          </p:cNvSpPr>
          <p:nvPr/>
        </p:nvSpPr>
        <p:spPr>
          <a:xfrm>
            <a:off x="2116183" y="4887474"/>
            <a:ext cx="1881051" cy="530637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ea typeface="Roboto"/>
                <a:cs typeface="Roboto"/>
              </a:rPr>
              <a:t>Song Creation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CE52BD35-E704-894A-CF2D-19AAB59762AC}"/>
              </a:ext>
            </a:extLst>
          </p:cNvPr>
          <p:cNvSpPr txBox="1">
            <a:spLocks/>
          </p:cNvSpPr>
          <p:nvPr/>
        </p:nvSpPr>
        <p:spPr>
          <a:xfrm>
            <a:off x="4214949" y="4887474"/>
            <a:ext cx="1881051" cy="530637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ea typeface="Roboto"/>
                <a:cs typeface="Roboto"/>
              </a:rPr>
              <a:t>Sentiment Analysis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72619EB-317A-A098-F836-8A6ADF70FA07}"/>
              </a:ext>
            </a:extLst>
          </p:cNvPr>
          <p:cNvSpPr txBox="1">
            <a:spLocks/>
          </p:cNvSpPr>
          <p:nvPr/>
        </p:nvSpPr>
        <p:spPr>
          <a:xfrm>
            <a:off x="6849292" y="4887475"/>
            <a:ext cx="1881051" cy="530637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ea typeface="Roboto"/>
                <a:cs typeface="Roboto"/>
              </a:rPr>
              <a:t>Translation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21F8784-00BD-5AD3-F590-41D8D5DA514A}"/>
              </a:ext>
            </a:extLst>
          </p:cNvPr>
          <p:cNvSpPr txBox="1">
            <a:spLocks/>
          </p:cNvSpPr>
          <p:nvPr/>
        </p:nvSpPr>
        <p:spPr>
          <a:xfrm>
            <a:off x="9483635" y="4887474"/>
            <a:ext cx="1881051" cy="530637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ea typeface="Roboto"/>
                <a:cs typeface="Roboto"/>
              </a:rPr>
              <a:t>Question Answering</a:t>
            </a:r>
          </a:p>
        </p:txBody>
      </p:sp>
    </p:spTree>
    <p:extLst>
      <p:ext uri="{BB962C8B-B14F-4D97-AF65-F5344CB8AC3E}">
        <p14:creationId xmlns:p14="http://schemas.microsoft.com/office/powerpoint/2010/main" val="545235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DA2FD-F233-8F72-1E7F-6CE76410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B940-4A04-FB48-7FF2-E1F960072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Transformers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AA42A-1B70-7D45-F6C6-9FC84EDAC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F8CDE-EB2F-11CC-3C48-468DA24EDE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74C5D-B74F-B59D-250B-7F6CB0445EE8}"/>
              </a:ext>
            </a:extLst>
          </p:cNvPr>
          <p:cNvSpPr txBox="1"/>
          <p:nvPr/>
        </p:nvSpPr>
        <p:spPr>
          <a:xfrm>
            <a:off x="2743200" y="15611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97FF550-4596-EF64-6560-D960A099A506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 revolution for Language Modeling tasks.</a:t>
            </a:r>
          </a:p>
          <a:p>
            <a:r>
              <a:rPr lang="en-US" sz="1700" dirty="0">
                <a:ea typeface="Roboto"/>
                <a:cs typeface="Roboto"/>
              </a:rPr>
              <a:t>Recently applied to images and other time series.</a:t>
            </a:r>
          </a:p>
          <a:p>
            <a:r>
              <a:rPr lang="en-US" sz="1700" dirty="0">
                <a:ea typeface="Roboto"/>
                <a:cs typeface="Roboto"/>
              </a:rPr>
              <a:t>Will potentially even replace CNNs in the future.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A89E9-B079-BB80-792F-AB125F50E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3429000"/>
            <a:ext cx="5740400" cy="2425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E93455-970D-D38B-9D69-40AA2961D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187" y="1359987"/>
            <a:ext cx="2985770" cy="413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03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054B-5BB2-6936-9B02-BFB412F97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48815352-5071-8980-23A6-BCA5C5477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76" y="2971800"/>
            <a:ext cx="10516447" cy="914400"/>
          </a:xfrm>
        </p:spPr>
        <p:txBody>
          <a:bodyPr anchor="ctr"/>
          <a:lstStyle/>
          <a:p>
            <a:pPr algn="ctr"/>
            <a:r>
              <a:rPr lang="en-US" dirty="0"/>
              <a:t>Part 4: state of the art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E362A-442E-9C5C-671C-81DD727F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2605BC-3625-4467-D20D-6C0320C18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25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6C38-A368-D47D-4178-AEE1943E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F47A8-E463-2B71-769C-EE8DFD2B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F58FE-0B62-189D-946B-64632BFC31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B5ADC2-460E-0EAE-6C7B-28CCFE5AF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413966" cy="914400"/>
          </a:xfrm>
        </p:spPr>
        <p:txBody>
          <a:bodyPr/>
          <a:lstStyle/>
          <a:p>
            <a:r>
              <a:rPr lang="en-US" dirty="0"/>
              <a:t>Where the field has been (Language)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5D9923F-8521-7EDB-5B9F-42936A79E8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59064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3258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BE82-6DD6-B855-7D8B-F5A1DFA1C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CA2EC-E82B-A979-34D0-1804D6D62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4A5353-322A-9DBE-E264-00EAA71161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7A8541-8A59-62E5-EDE5-01805BE0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10085656" cy="914400"/>
          </a:xfrm>
        </p:spPr>
        <p:txBody>
          <a:bodyPr/>
          <a:lstStyle/>
          <a:p>
            <a:r>
              <a:rPr lang="en-US" dirty="0"/>
              <a:t>Where the field has </a:t>
            </a:r>
            <a:r>
              <a:rPr lang="en-US"/>
              <a:t>been (Images)</a:t>
            </a:r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CCBB12D-686C-576B-D4B1-4171117FD6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051419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12142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762B-4A17-9B02-833B-85DEE86C4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70E34-B0CD-E525-FDCE-2E0CCDD3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36989E-A28F-68B4-D0EE-54D191AA9A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DBF7AF-A623-C51D-E704-4DEB9DF6D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– Pretraining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A48BDA-0762-03B6-1FF0-1A44E78C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698" y="1869669"/>
            <a:ext cx="2660469" cy="3118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32A99D-CC3B-2AE5-7D31-3204C050A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568268"/>
            <a:ext cx="4876800" cy="32512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E7475CF5-7B58-9ABB-797F-40BA599AFB79}"/>
              </a:ext>
            </a:extLst>
          </p:cNvPr>
          <p:cNvSpPr/>
          <p:nvPr/>
        </p:nvSpPr>
        <p:spPr>
          <a:xfrm>
            <a:off x="6200503" y="2929345"/>
            <a:ext cx="966652" cy="529045"/>
          </a:xfrm>
          <a:prstGeom prst="right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 dirty="0"/>
          </a:p>
        </p:txBody>
      </p:sp>
      <p:sp>
        <p:nvSpPr>
          <p:cNvPr id="12" name="Plus 11">
            <a:extLst>
              <a:ext uri="{FF2B5EF4-FFF2-40B4-BE49-F238E27FC236}">
                <a16:creationId xmlns:a16="http://schemas.microsoft.com/office/drawing/2014/main" id="{4D4AE0E2-F9BB-B76C-2122-602698BA0DE0}"/>
              </a:ext>
            </a:extLst>
          </p:cNvPr>
          <p:cNvSpPr/>
          <p:nvPr/>
        </p:nvSpPr>
        <p:spPr>
          <a:xfrm>
            <a:off x="3143794" y="2862941"/>
            <a:ext cx="679269" cy="661852"/>
          </a:xfrm>
          <a:prstGeom prst="mathPlus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7C6688A0-78FB-7A6E-F162-D825C24E7F80}"/>
              </a:ext>
            </a:extLst>
          </p:cNvPr>
          <p:cNvSpPr txBox="1">
            <a:spLocks/>
          </p:cNvSpPr>
          <p:nvPr/>
        </p:nvSpPr>
        <p:spPr>
          <a:xfrm>
            <a:off x="1436914" y="4112625"/>
            <a:ext cx="1532709" cy="32874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>
                <a:ea typeface="Roboto"/>
                <a:cs typeface="Roboto"/>
              </a:rPr>
              <a:t>Internet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156D8AD-AE85-CFA4-9BDF-6E252CFB909A}"/>
              </a:ext>
            </a:extLst>
          </p:cNvPr>
          <p:cNvSpPr txBox="1">
            <a:spLocks/>
          </p:cNvSpPr>
          <p:nvPr/>
        </p:nvSpPr>
        <p:spPr>
          <a:xfrm>
            <a:off x="4140682" y="4112625"/>
            <a:ext cx="1754778" cy="32874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>
                <a:ea typeface="Roboto"/>
                <a:cs typeface="Roboto"/>
              </a:rPr>
              <a:t>GPU Datacenter</a:t>
            </a:r>
          </a:p>
        </p:txBody>
      </p:sp>
    </p:spTree>
    <p:extLst>
      <p:ext uri="{BB962C8B-B14F-4D97-AF65-F5344CB8AC3E}">
        <p14:creationId xmlns:p14="http://schemas.microsoft.com/office/powerpoint/2010/main" val="2953057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D1512-60A3-B8F6-85D5-E3AABA37C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57B9E8-4252-F735-C254-A4D6963F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044DD-BBD3-E4CA-A103-14A17EB52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49AF8A-709D-A5D5-C6FD-7CF8431F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– instruction tuning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2C38CC-B723-5706-0901-CD28D6BE8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803400"/>
            <a:ext cx="4876800" cy="3251200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9C1F48A-FDF6-73D3-EE6F-DF2328818257}"/>
              </a:ext>
            </a:extLst>
          </p:cNvPr>
          <p:cNvSpPr txBox="1">
            <a:spLocks/>
          </p:cNvSpPr>
          <p:nvPr/>
        </p:nvSpPr>
        <p:spPr>
          <a:xfrm>
            <a:off x="2017122" y="5054600"/>
            <a:ext cx="3280955" cy="32874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>
                <a:ea typeface="Roboto"/>
                <a:cs typeface="Roboto"/>
              </a:rPr>
              <a:t>User-Assistant Data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89F482-D23E-7F47-6C55-33501B224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03400"/>
            <a:ext cx="4876800" cy="325120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72C2B44-26CB-7356-67A1-9143E1A5AFDE}"/>
              </a:ext>
            </a:extLst>
          </p:cNvPr>
          <p:cNvSpPr txBox="1">
            <a:spLocks/>
          </p:cNvSpPr>
          <p:nvPr/>
        </p:nvSpPr>
        <p:spPr>
          <a:xfrm>
            <a:off x="6893922" y="5054600"/>
            <a:ext cx="3280955" cy="32874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>
                <a:ea typeface="Roboto"/>
                <a:cs typeface="Roboto"/>
              </a:rPr>
              <a:t>Comparisons</a:t>
            </a:r>
          </a:p>
        </p:txBody>
      </p:sp>
    </p:spTree>
    <p:extLst>
      <p:ext uri="{BB962C8B-B14F-4D97-AF65-F5344CB8AC3E}">
        <p14:creationId xmlns:p14="http://schemas.microsoft.com/office/powerpoint/2010/main" val="30173182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49813-DEFA-44B3-3594-CD07AC64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0FC21-7F62-8A55-D429-D15DF4C37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AE5A4-D247-8749-F326-B7BB4DF295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636523-0AE4-FE3F-1C9D-6575DBFA4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– multimodality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01447A-44C9-9807-12E5-863B0EC04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716" y="4132581"/>
            <a:ext cx="3531385" cy="15655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FE5D2C-4449-6831-6F85-CEE08A036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25881"/>
            <a:ext cx="4028953" cy="3062506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C07F727-9574-7E4E-8018-E67763EA9979}"/>
              </a:ext>
            </a:extLst>
          </p:cNvPr>
          <p:cNvSpPr txBox="1">
            <a:spLocks/>
          </p:cNvSpPr>
          <p:nvPr/>
        </p:nvSpPr>
        <p:spPr>
          <a:xfrm>
            <a:off x="960120" y="4388387"/>
            <a:ext cx="3280955" cy="32874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>
                <a:ea typeface="Roboto"/>
                <a:cs typeface="Roboto"/>
              </a:rPr>
              <a:t>Images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C24C4F9B-0D97-D6B0-1B80-9414175D8A94}"/>
              </a:ext>
            </a:extLst>
          </p:cNvPr>
          <p:cNvSpPr txBox="1">
            <a:spLocks/>
          </p:cNvSpPr>
          <p:nvPr/>
        </p:nvSpPr>
        <p:spPr>
          <a:xfrm>
            <a:off x="5973930" y="5757328"/>
            <a:ext cx="3280955" cy="32874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>
                <a:ea typeface="Roboto"/>
                <a:cs typeface="Roboto"/>
              </a:rPr>
              <a:t>Audio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CF009B-1144-F610-F9C8-3DCE6FF04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405" y="1160930"/>
            <a:ext cx="3531385" cy="2354256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923C007E-E191-6836-A7EA-89B7FEA6177E}"/>
              </a:ext>
            </a:extLst>
          </p:cNvPr>
          <p:cNvSpPr txBox="1">
            <a:spLocks/>
          </p:cNvSpPr>
          <p:nvPr/>
        </p:nvSpPr>
        <p:spPr>
          <a:xfrm>
            <a:off x="6793652" y="2857134"/>
            <a:ext cx="3280955" cy="32874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>
                <a:ea typeface="Roboto"/>
                <a:cs typeface="Roboto"/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1961306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CEA3-8CD9-520F-0590-26F1A87C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5DFCF-C7C4-0806-1883-84F90BB5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F26B9B-8F8F-8E40-A2EC-9C6F00EBF2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68EB61-9CB4-DB4E-BB59-7992B8EFD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665029" cy="914400"/>
          </a:xfrm>
        </p:spPr>
        <p:txBody>
          <a:bodyPr/>
          <a:lstStyle/>
          <a:p>
            <a:r>
              <a:rPr lang="en-US" dirty="0"/>
              <a:t>LLM – Tool use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53FC27-010D-0A93-0672-A72E2227D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582" y="2692486"/>
            <a:ext cx="5146418" cy="25703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B8BFDC-5AA7-2165-6C8C-3193C9663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68" y="830786"/>
            <a:ext cx="1135197" cy="20137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179DED-4864-7972-E7CB-599A73DEB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294" y="2708532"/>
            <a:ext cx="2881870" cy="14409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2C42AE-7133-8F25-7F72-08E428A0F6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392" y="4753460"/>
            <a:ext cx="2388277" cy="1480059"/>
          </a:xfrm>
          <a:prstGeom prst="rect">
            <a:avLst/>
          </a:prstGeom>
        </p:spPr>
      </p:pic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D2D525B9-90EF-3230-F3BF-DAE57D5AB018}"/>
              </a:ext>
            </a:extLst>
          </p:cNvPr>
          <p:cNvCxnSpPr>
            <a:cxnSpLocks/>
          </p:cNvCxnSpPr>
          <p:nvPr/>
        </p:nvCxnSpPr>
        <p:spPr>
          <a:xfrm flipV="1">
            <a:off x="5844746" y="3386854"/>
            <a:ext cx="2388277" cy="530238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6FAA0E94-B824-FABB-7F5D-F804E5791E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189" y="1348522"/>
            <a:ext cx="3325475" cy="132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444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D767-43B0-C04C-DEDC-29BD4680F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1D833-08FC-FFDC-5679-471BD317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D8FC-D7BB-FDD2-D675-8017BC657A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690B27-A19D-D60B-9051-C742CED74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ai / Reasoning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66DE81-7E27-04CA-7BA1-C81F0590F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14" y="1325881"/>
            <a:ext cx="9897571" cy="2561723"/>
          </a:xfrm>
          <a:prstGeom prst="rect">
            <a:avLst/>
          </a:prstGeom>
        </p:spPr>
      </p:pic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B02D1A9-20EA-7394-F629-FED663C6F989}"/>
              </a:ext>
            </a:extLst>
          </p:cNvPr>
          <p:cNvSpPr txBox="1">
            <a:spLocks/>
          </p:cNvSpPr>
          <p:nvPr/>
        </p:nvSpPr>
        <p:spPr>
          <a:xfrm>
            <a:off x="548640" y="3887604"/>
            <a:ext cx="10696464" cy="1894302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AI systems that pursue a goal across multiple steps – choosing actions, using tools, and adjusting based on results – without a human in the loop for every step.</a:t>
            </a:r>
          </a:p>
        </p:txBody>
      </p:sp>
    </p:spTree>
    <p:extLst>
      <p:ext uri="{BB962C8B-B14F-4D97-AF65-F5344CB8AC3E}">
        <p14:creationId xmlns:p14="http://schemas.microsoft.com/office/powerpoint/2010/main" val="20635332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287AB-543E-BD72-5B78-5BA55CA0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3548E-CCD4-566A-FF91-94043556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C24AAD-6D88-0114-8BC0-1C6A1EA06D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40C21B-368D-63B2-DB14-CD461947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and responsible use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CDFFDEF0-C4CE-64F8-7B5D-5AE0734A217E}"/>
              </a:ext>
            </a:extLst>
          </p:cNvPr>
          <p:cNvSpPr txBox="1">
            <a:spLocks/>
          </p:cNvSpPr>
          <p:nvPr/>
        </p:nvSpPr>
        <p:spPr>
          <a:xfrm>
            <a:off x="548640" y="1325881"/>
            <a:ext cx="10696464" cy="4456025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Bias and Fairness (training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Hallucinations and Overconfidence (grounding approaches)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Privacy Concerns (local LLMs)</a:t>
            </a:r>
          </a:p>
          <a:p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Interpretability (black box systems, accountability)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Roboto"/>
                <a:cs typeface="Roboto"/>
              </a:rPr>
              <a:t>Security (jailbreaks, prompt injections, data poisoning)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BF5093-1AB7-36A9-492F-E649B7BB4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82"/>
          <a:stretch>
            <a:fillRect/>
          </a:stretch>
        </p:blipFill>
        <p:spPr>
          <a:xfrm>
            <a:off x="6656194" y="2363190"/>
            <a:ext cx="4987166" cy="304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552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83DD1-2C0E-259C-87DF-85981274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A7CC8-91E1-1E52-2666-5F7D20A9D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5D23B9-2725-AB09-EB3C-A2A0844A6B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067139-2DD6-6381-B957-87F59F83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CDFD36-3EC2-FE84-E727-47E035E42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721" y="3225044"/>
            <a:ext cx="2392326" cy="1831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F54153-5040-24A5-D5C4-E87AE3EAA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236" y="4042755"/>
            <a:ext cx="4807527" cy="24037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B3EE77-696B-1F76-031E-9047B428C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98" y="3028840"/>
            <a:ext cx="3650093" cy="20278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11FE4B-8555-8363-94EB-745AB71265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232" y="1325881"/>
            <a:ext cx="3791298" cy="18956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A73368-6A7E-D540-7935-19BA43A281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605" y="1398481"/>
            <a:ext cx="2777506" cy="149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42456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Props1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5756</TotalTime>
  <Words>1408</Words>
  <Application>Microsoft Macintosh PowerPoint</Application>
  <PresentationFormat>Widescreen</PresentationFormat>
  <Paragraphs>348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Arial</vt:lpstr>
      <vt:lpstr>Arial Bold</vt:lpstr>
      <vt:lpstr>Cambria Math</vt:lpstr>
      <vt:lpstr>Roboto</vt:lpstr>
      <vt:lpstr>US Army 2023 AFC DEVCOM Logo</vt:lpstr>
      <vt:lpstr>Deep Learning</vt:lpstr>
      <vt:lpstr>Lesson objectives</vt:lpstr>
      <vt:lpstr>Part 1: Neural networks and deep learning</vt:lpstr>
      <vt:lpstr>Recap</vt:lpstr>
      <vt:lpstr>Towards neural networks</vt:lpstr>
      <vt:lpstr>Example using heart data</vt:lpstr>
      <vt:lpstr>Example using heart data</vt:lpstr>
      <vt:lpstr>Example using heart data</vt:lpstr>
      <vt:lpstr>Neural networks</vt:lpstr>
      <vt:lpstr>Neural networks</vt:lpstr>
      <vt:lpstr>Neural networks</vt:lpstr>
      <vt:lpstr>Neural networks</vt:lpstr>
      <vt:lpstr>Neural networks</vt:lpstr>
      <vt:lpstr>Neural networks</vt:lpstr>
      <vt:lpstr>Neural networks</vt:lpstr>
      <vt:lpstr>Part 2: Computer vision</vt:lpstr>
      <vt:lpstr>Common computer vision tasks</vt:lpstr>
      <vt:lpstr>challenges – Too many weights</vt:lpstr>
      <vt:lpstr>challenges – Too many weights</vt:lpstr>
      <vt:lpstr>challenges – Too many weights</vt:lpstr>
      <vt:lpstr>Challenges – image structure</vt:lpstr>
      <vt:lpstr>Convolutional operation</vt:lpstr>
      <vt:lpstr>Convolutional operation</vt:lpstr>
      <vt:lpstr>Why more than one filter?</vt:lpstr>
      <vt:lpstr>Why more than one layer?</vt:lpstr>
      <vt:lpstr>Why more than one layer?</vt:lpstr>
      <vt:lpstr>Convolutional Neural networks</vt:lpstr>
      <vt:lpstr>Part 3: natural language processing</vt:lpstr>
      <vt:lpstr>Natural language processing</vt:lpstr>
      <vt:lpstr>Common language modeling Tasks</vt:lpstr>
      <vt:lpstr>Language modeling – starting point</vt:lpstr>
      <vt:lpstr>Language modeling – embeddings</vt:lpstr>
      <vt:lpstr>Language modeling – embeddings</vt:lpstr>
      <vt:lpstr>Language modeling – neural network</vt:lpstr>
      <vt:lpstr>Language modeling – neural network</vt:lpstr>
      <vt:lpstr>Recurrent neural network</vt:lpstr>
      <vt:lpstr>Recurrent neural network</vt:lpstr>
      <vt:lpstr>Transformers</vt:lpstr>
      <vt:lpstr>Part 4: state of the art</vt:lpstr>
      <vt:lpstr>Where the field has been (Language)</vt:lpstr>
      <vt:lpstr>Where the field has been (Images)</vt:lpstr>
      <vt:lpstr>LLM – Pretraining</vt:lpstr>
      <vt:lpstr>LLM – instruction tuning</vt:lpstr>
      <vt:lpstr>LLM – multimodality</vt:lpstr>
      <vt:lpstr>LLM – Tool use</vt:lpstr>
      <vt:lpstr>Agentic ai / Reasoning models</vt:lpstr>
      <vt:lpstr>Risks and responsible use</vt:lpstr>
      <vt:lpstr>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Iggy Siegel</cp:lastModifiedBy>
  <cp:revision>54</cp:revision>
  <cp:lastPrinted>2026-06-04T18:51:33Z</cp:lastPrinted>
  <dcterms:created xsi:type="dcterms:W3CDTF">2024-10-01T14:45:26Z</dcterms:created>
  <dcterms:modified xsi:type="dcterms:W3CDTF">2026-06-04T19:52:41Z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